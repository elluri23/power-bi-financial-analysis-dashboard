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sldIdLst>
    <p:sldId id="256" r:id="rId6"/>
    <p:sldId id="263" r:id="rId7"/>
    <p:sldId id="264" r:id="rId8"/>
    <p:sldId id="266" r:id="rId9"/>
    <p:sldId id="276" r:id="rId10"/>
    <p:sldId id="265" r:id="rId11"/>
    <p:sldId id="267" r:id="rId12"/>
    <p:sldId id="268" r:id="rId13"/>
    <p:sldId id="262" r:id="rId14"/>
    <p:sldId id="269" r:id="rId15"/>
    <p:sldId id="258" r:id="rId16"/>
    <p:sldId id="270" r:id="rId17"/>
    <p:sldId id="259" r:id="rId18"/>
    <p:sldId id="271" r:id="rId19"/>
    <p:sldId id="261" r:id="rId20"/>
    <p:sldId id="272" r:id="rId21"/>
    <p:sldId id="260" r:id="rId22"/>
    <p:sldId id="273" r:id="rId23"/>
    <p:sldId id="277" r:id="rId24"/>
    <p:sldId id="274" r:id="rId25"/>
    <p:sldId id="275" r:id="rId26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5FAA6E-B70D-4498-865E-758DA402D853}" v="254" dt="2026-01-03T03:57:56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47"/>
  </p:normalViewPr>
  <p:slideViewPr>
    <p:cSldViewPr snapToGrid="0" snapToObjects="1">
      <p:cViewPr varScale="1">
        <p:scale>
          <a:sx n="95" d="100"/>
          <a:sy n="95" d="100"/>
        </p:scale>
        <p:origin x="19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gavi Elluri" userId="b0c03c2836620719" providerId="LiveId" clId="{B3A57DA0-E80A-482E-9AAF-15CB47E7445B}"/>
    <pc:docChg chg="undo redo custSel addSld delSld modSld sldOrd">
      <pc:chgData name="Bhargavi Elluri" userId="b0c03c2836620719" providerId="LiveId" clId="{B3A57DA0-E80A-482E-9AAF-15CB47E7445B}" dt="2026-01-03T00:18:24.717" v="1537" actId="2711"/>
      <pc:docMkLst>
        <pc:docMk/>
      </pc:docMkLst>
      <pc:sldChg chg="addSp modSp mod">
        <pc:chgData name="Bhargavi Elluri" userId="b0c03c2836620719" providerId="LiveId" clId="{B3A57DA0-E80A-482E-9AAF-15CB47E7445B}" dt="2026-01-02T11:09:07.584" v="1117" actId="20577"/>
        <pc:sldMkLst>
          <pc:docMk/>
          <pc:sldMk cId="0" sldId="256"/>
        </pc:sldMkLst>
        <pc:spChg chg="add mod">
          <ac:chgData name="Bhargavi Elluri" userId="b0c03c2836620719" providerId="LiveId" clId="{B3A57DA0-E80A-482E-9AAF-15CB47E7445B}" dt="2026-01-02T11:09:07.584" v="1117" actId="20577"/>
          <ac:spMkLst>
            <pc:docMk/>
            <pc:sldMk cId="0" sldId="256"/>
            <ac:spMk id="4" creationId="{35645C2A-37BB-6B62-EF7E-4AE2FAF90176}"/>
          </ac:spMkLst>
        </pc:spChg>
      </pc:sldChg>
      <pc:sldChg chg="addSp modSp mod">
        <pc:chgData name="Bhargavi Elluri" userId="b0c03c2836620719" providerId="LiveId" clId="{B3A57DA0-E80A-482E-9AAF-15CB47E7445B}" dt="2026-01-02T10:19:46.077" v="960" actId="14100"/>
        <pc:sldMkLst>
          <pc:docMk/>
          <pc:sldMk cId="971210097" sldId="258"/>
        </pc:sldMkLst>
        <pc:spChg chg="add mod">
          <ac:chgData name="Bhargavi Elluri" userId="b0c03c2836620719" providerId="LiveId" clId="{B3A57DA0-E80A-482E-9AAF-15CB47E7445B}" dt="2026-01-02T05:18:11.028" v="400" actId="1076"/>
          <ac:spMkLst>
            <pc:docMk/>
            <pc:sldMk cId="971210097" sldId="258"/>
            <ac:spMk id="2" creationId="{6C618793-F7E3-CF37-07CA-A441DDD790C3}"/>
          </ac:spMkLst>
        </pc:spChg>
        <pc:graphicFrameChg chg="mod">
          <ac:chgData name="Bhargavi Elluri" userId="b0c03c2836620719" providerId="LiveId" clId="{B3A57DA0-E80A-482E-9AAF-15CB47E7445B}" dt="2026-01-02T10:19:46.077" v="960" actId="14100"/>
          <ac:graphicFrameMkLst>
            <pc:docMk/>
            <pc:sldMk cId="971210097" sldId="258"/>
            <ac:graphicFrameMk id="4" creationId="{71AB539E-7E74-1FBD-B390-870A0BB81E95}"/>
          </ac:graphicFrameMkLst>
        </pc:graphicFrameChg>
      </pc:sldChg>
      <pc:sldChg chg="addSp modSp mod">
        <pc:chgData name="Bhargavi Elluri" userId="b0c03c2836620719" providerId="LiveId" clId="{B3A57DA0-E80A-482E-9AAF-15CB47E7445B}" dt="2026-01-02T05:33:02.266" v="468" actId="14100"/>
        <pc:sldMkLst>
          <pc:docMk/>
          <pc:sldMk cId="1113734749" sldId="259"/>
        </pc:sldMkLst>
        <pc:spChg chg="add mod">
          <ac:chgData name="Bhargavi Elluri" userId="b0c03c2836620719" providerId="LiveId" clId="{B3A57DA0-E80A-482E-9AAF-15CB47E7445B}" dt="2026-01-02T05:32:33.534" v="464" actId="207"/>
          <ac:spMkLst>
            <pc:docMk/>
            <pc:sldMk cId="1113734749" sldId="259"/>
            <ac:spMk id="4" creationId="{C64A2A1A-09D9-E3FF-9E1C-CF2BE0AB24E6}"/>
          </ac:spMkLst>
        </pc:spChg>
        <pc:graphicFrameChg chg="mod">
          <ac:chgData name="Bhargavi Elluri" userId="b0c03c2836620719" providerId="LiveId" clId="{B3A57DA0-E80A-482E-9AAF-15CB47E7445B}" dt="2026-01-02T05:33:02.266" v="468" actId="14100"/>
          <ac:graphicFrameMkLst>
            <pc:docMk/>
            <pc:sldMk cId="1113734749" sldId="259"/>
            <ac:graphicFrameMk id="2" creationId="{E7398C92-A145-03F1-3E36-3F9D765C5357}"/>
          </ac:graphicFrameMkLst>
        </pc:graphicFrameChg>
      </pc:sldChg>
      <pc:sldChg chg="modSp mod ord">
        <pc:chgData name="Bhargavi Elluri" userId="b0c03c2836620719" providerId="LiveId" clId="{B3A57DA0-E80A-482E-9AAF-15CB47E7445B}" dt="2026-01-02T10:30:44.150" v="966"/>
        <pc:sldMkLst>
          <pc:docMk/>
          <pc:sldMk cId="3721723283" sldId="260"/>
        </pc:sldMkLst>
        <pc:graphicFrameChg chg="mod">
          <ac:chgData name="Bhargavi Elluri" userId="b0c03c2836620719" providerId="LiveId" clId="{B3A57DA0-E80A-482E-9AAF-15CB47E7445B}" dt="2026-01-02T10:19:26.167" v="957" actId="14100"/>
          <ac:graphicFrameMkLst>
            <pc:docMk/>
            <pc:sldMk cId="3721723283" sldId="260"/>
            <ac:graphicFrameMk id="2" creationId="{5F85F11C-8B6E-7BA5-E541-D7DB77C6A492}"/>
          </ac:graphicFrameMkLst>
        </pc:graphicFrameChg>
      </pc:sldChg>
      <pc:sldChg chg="modSp mod">
        <pc:chgData name="Bhargavi Elluri" userId="b0c03c2836620719" providerId="LiveId" clId="{B3A57DA0-E80A-482E-9AAF-15CB47E7445B}" dt="2026-01-02T12:53:55.515" v="1275" actId="14100"/>
        <pc:sldMkLst>
          <pc:docMk/>
          <pc:sldMk cId="808222623" sldId="261"/>
        </pc:sldMkLst>
        <pc:graphicFrameChg chg="mod">
          <ac:chgData name="Bhargavi Elluri" userId="b0c03c2836620719" providerId="LiveId" clId="{B3A57DA0-E80A-482E-9AAF-15CB47E7445B}" dt="2026-01-02T12:53:55.515" v="1275" actId="14100"/>
          <ac:graphicFrameMkLst>
            <pc:docMk/>
            <pc:sldMk cId="808222623" sldId="261"/>
            <ac:graphicFrameMk id="2" creationId="{58E85040-CA2E-533C-FB53-0181E7C46D52}"/>
          </ac:graphicFrameMkLst>
        </pc:graphicFrameChg>
      </pc:sldChg>
      <pc:sldChg chg="addSp delSp modSp mod">
        <pc:chgData name="Bhargavi Elluri" userId="b0c03c2836620719" providerId="LiveId" clId="{B3A57DA0-E80A-482E-9AAF-15CB47E7445B}" dt="2026-01-02T10:20:05.411" v="963" actId="14100"/>
        <pc:sldMkLst>
          <pc:docMk/>
          <pc:sldMk cId="2995816508" sldId="262"/>
        </pc:sldMkLst>
        <pc:spChg chg="add mod">
          <ac:chgData name="Bhargavi Elluri" userId="b0c03c2836620719" providerId="LiveId" clId="{B3A57DA0-E80A-482E-9AAF-15CB47E7445B}" dt="2026-01-01T12:50:27.744" v="304" actId="113"/>
          <ac:spMkLst>
            <pc:docMk/>
            <pc:sldMk cId="2995816508" sldId="262"/>
            <ac:spMk id="7" creationId="{F5935AF7-6C65-A5CF-77A0-AEC9D407236D}"/>
          </ac:spMkLst>
        </pc:spChg>
        <pc:spChg chg="add mod">
          <ac:chgData name="Bhargavi Elluri" userId="b0c03c2836620719" providerId="LiveId" clId="{B3A57DA0-E80A-482E-9AAF-15CB47E7445B}" dt="2026-01-01T12:52:04.315" v="311" actId="255"/>
          <ac:spMkLst>
            <pc:docMk/>
            <pc:sldMk cId="2995816508" sldId="262"/>
            <ac:spMk id="8" creationId="{EF4ED4E7-9B1B-C7DB-7470-6C577603105C}"/>
          </ac:spMkLst>
        </pc:spChg>
        <pc:graphicFrameChg chg="mod">
          <ac:chgData name="Bhargavi Elluri" userId="b0c03c2836620719" providerId="LiveId" clId="{B3A57DA0-E80A-482E-9AAF-15CB47E7445B}" dt="2026-01-02T10:20:05.411" v="963" actId="14100"/>
          <ac:graphicFrameMkLst>
            <pc:docMk/>
            <pc:sldMk cId="2995816508" sldId="262"/>
            <ac:graphicFrameMk id="2" creationId="{EBBFCD56-F83B-625A-D8F7-97855E01B913}"/>
          </ac:graphicFrameMkLst>
        </pc:graphicFrameChg>
        <pc:picChg chg="add mod">
          <ac:chgData name="Bhargavi Elluri" userId="b0c03c2836620719" providerId="LiveId" clId="{B3A57DA0-E80A-482E-9AAF-15CB47E7445B}" dt="2026-01-01T12:17:44.801" v="98"/>
          <ac:picMkLst>
            <pc:docMk/>
            <pc:sldMk cId="2995816508" sldId="262"/>
            <ac:picMk id="3" creationId="{044A7B06-23C6-CD68-45FD-3725D7158CDF}"/>
          </ac:picMkLst>
        </pc:picChg>
      </pc:sldChg>
      <pc:sldChg chg="addSp delSp modSp add del mod">
        <pc:chgData name="Bhargavi Elluri" userId="b0c03c2836620719" providerId="LiveId" clId="{B3A57DA0-E80A-482E-9AAF-15CB47E7445B}" dt="2026-01-02T14:55:31.892" v="1525" actId="1076"/>
        <pc:sldMkLst>
          <pc:docMk/>
          <pc:sldMk cId="3619869969" sldId="263"/>
        </pc:sldMkLst>
        <pc:spChg chg="add del mod">
          <ac:chgData name="Bhargavi Elluri" userId="b0c03c2836620719" providerId="LiveId" clId="{B3A57DA0-E80A-482E-9AAF-15CB47E7445B}" dt="2026-01-02T14:55:31.892" v="1525" actId="1076"/>
          <ac:spMkLst>
            <pc:docMk/>
            <pc:sldMk cId="3619869969" sldId="263"/>
            <ac:spMk id="7" creationId="{16DCA27C-5166-15A0-33FD-FF92AC7A54B3}"/>
          </ac:spMkLst>
        </pc:spChg>
        <pc:picChg chg="add mod">
          <ac:chgData name="Bhargavi Elluri" userId="b0c03c2836620719" providerId="LiveId" clId="{B3A57DA0-E80A-482E-9AAF-15CB47E7445B}" dt="2026-01-02T14:40:11.262" v="1513" actId="1076"/>
          <ac:picMkLst>
            <pc:docMk/>
            <pc:sldMk cId="3619869969" sldId="263"/>
            <ac:picMk id="3" creationId="{B67BDE62-9C82-D4AF-BBF6-E99C3CDEF914}"/>
          </ac:picMkLst>
        </pc:picChg>
      </pc:sldChg>
      <pc:sldChg chg="addSp delSp modSp mod">
        <pc:chgData name="Bhargavi Elluri" userId="b0c03c2836620719" providerId="LiveId" clId="{B3A57DA0-E80A-482E-9AAF-15CB47E7445B}" dt="2026-01-02T12:33:24.905" v="1143" actId="1076"/>
        <pc:sldMkLst>
          <pc:docMk/>
          <pc:sldMk cId="163470152" sldId="264"/>
        </pc:sldMkLst>
        <pc:spChg chg="del mod">
          <ac:chgData name="Bhargavi Elluri" userId="b0c03c2836620719" providerId="LiveId" clId="{B3A57DA0-E80A-482E-9AAF-15CB47E7445B}" dt="2026-01-02T12:27:05.181" v="1125" actId="21"/>
          <ac:spMkLst>
            <pc:docMk/>
            <pc:sldMk cId="163470152" sldId="264"/>
            <ac:spMk id="3" creationId="{16ECB9DB-D59D-4DEC-7989-67DDF89EFFD8}"/>
          </ac:spMkLst>
        </pc:spChg>
        <pc:spChg chg="mod">
          <ac:chgData name="Bhargavi Elluri" userId="b0c03c2836620719" providerId="LiveId" clId="{B3A57DA0-E80A-482E-9AAF-15CB47E7445B}" dt="2026-01-02T12:32:58.527" v="1139" actId="20577"/>
          <ac:spMkLst>
            <pc:docMk/>
            <pc:sldMk cId="163470152" sldId="264"/>
            <ac:spMk id="6" creationId="{9E6666A0-A36B-FC48-8500-5BFCE5619312}"/>
          </ac:spMkLst>
        </pc:spChg>
        <pc:spChg chg="mod">
          <ac:chgData name="Bhargavi Elluri" userId="b0c03c2836620719" providerId="LiveId" clId="{B3A57DA0-E80A-482E-9AAF-15CB47E7445B}" dt="2026-01-02T12:27:09.754" v="1126" actId="1076"/>
          <ac:spMkLst>
            <pc:docMk/>
            <pc:sldMk cId="163470152" sldId="264"/>
            <ac:spMk id="8" creationId="{F62D2861-949F-FB32-4AD9-54DF48626838}"/>
          </ac:spMkLst>
        </pc:spChg>
        <pc:picChg chg="add del">
          <ac:chgData name="Bhargavi Elluri" userId="b0c03c2836620719" providerId="LiveId" clId="{B3A57DA0-E80A-482E-9AAF-15CB47E7445B}" dt="2026-01-01T12:10:16.230" v="12" actId="21"/>
          <ac:picMkLst>
            <pc:docMk/>
            <pc:sldMk cId="163470152" sldId="264"/>
            <ac:picMk id="4" creationId="{CE8B7552-9FE4-62B1-2524-2CD2339D2707}"/>
          </ac:picMkLst>
        </pc:picChg>
        <pc:picChg chg="add mod">
          <ac:chgData name="Bhargavi Elluri" userId="b0c03c2836620719" providerId="LiveId" clId="{B3A57DA0-E80A-482E-9AAF-15CB47E7445B}" dt="2026-01-02T12:33:24.905" v="1143" actId="1076"/>
          <ac:picMkLst>
            <pc:docMk/>
            <pc:sldMk cId="163470152" sldId="264"/>
            <ac:picMk id="5" creationId="{29655CFB-88B2-31EB-DFED-03D2E4A127C3}"/>
          </ac:picMkLst>
        </pc:picChg>
        <pc:picChg chg="mod">
          <ac:chgData name="Bhargavi Elluri" userId="b0c03c2836620719" providerId="LiveId" clId="{B3A57DA0-E80A-482E-9AAF-15CB47E7445B}" dt="2026-01-02T12:27:11.935" v="1127" actId="1076"/>
          <ac:picMkLst>
            <pc:docMk/>
            <pc:sldMk cId="163470152" sldId="264"/>
            <ac:picMk id="15" creationId="{6598CA3E-936C-C3DB-5256-EF99434E925D}"/>
          </ac:picMkLst>
        </pc:picChg>
      </pc:sldChg>
      <pc:sldChg chg="addSp delSp modSp mod ord">
        <pc:chgData name="Bhargavi Elluri" userId="b0c03c2836620719" providerId="LiveId" clId="{B3A57DA0-E80A-482E-9AAF-15CB47E7445B}" dt="2026-01-02T14:14:10.536" v="1498" actId="14100"/>
        <pc:sldMkLst>
          <pc:docMk/>
          <pc:sldMk cId="65773469" sldId="265"/>
        </pc:sldMkLst>
        <pc:spChg chg="add mod">
          <ac:chgData name="Bhargavi Elluri" userId="b0c03c2836620719" providerId="LiveId" clId="{B3A57DA0-E80A-482E-9AAF-15CB47E7445B}" dt="2026-01-01T12:25:51.813" v="170" actId="115"/>
          <ac:spMkLst>
            <pc:docMk/>
            <pc:sldMk cId="65773469" sldId="265"/>
            <ac:spMk id="9" creationId="{7C3FECEF-0A07-8B47-F047-1AA256621F84}"/>
          </ac:spMkLst>
        </pc:spChg>
        <pc:spChg chg="add mod">
          <ac:chgData name="Bhargavi Elluri" userId="b0c03c2836620719" providerId="LiveId" clId="{B3A57DA0-E80A-482E-9AAF-15CB47E7445B}" dt="2026-01-02T14:13:51.641" v="1497" actId="113"/>
          <ac:spMkLst>
            <pc:docMk/>
            <pc:sldMk cId="65773469" sldId="265"/>
            <ac:spMk id="10" creationId="{090C58BA-F900-A16A-166F-EC0184A68035}"/>
          </ac:spMkLst>
        </pc:spChg>
        <pc:picChg chg="add mod">
          <ac:chgData name="Bhargavi Elluri" userId="b0c03c2836620719" providerId="LiveId" clId="{B3A57DA0-E80A-482E-9AAF-15CB47E7445B}" dt="2026-01-02T14:14:10.536" v="1498" actId="14100"/>
          <ac:picMkLst>
            <pc:docMk/>
            <pc:sldMk cId="65773469" sldId="265"/>
            <ac:picMk id="6" creationId="{81D99875-8196-7942-7B19-CF0C9BED1DE4}"/>
          </ac:picMkLst>
        </pc:picChg>
        <pc:picChg chg="add mod ord">
          <ac:chgData name="Bhargavi Elluri" userId="b0c03c2836620719" providerId="LiveId" clId="{B3A57DA0-E80A-482E-9AAF-15CB47E7445B}" dt="2026-01-01T12:23:36.935" v="153" actId="1076"/>
          <ac:picMkLst>
            <pc:docMk/>
            <pc:sldMk cId="65773469" sldId="265"/>
            <ac:picMk id="8" creationId="{EF08333C-7F88-374D-EC11-D212892E4B70}"/>
          </ac:picMkLst>
        </pc:picChg>
      </pc:sldChg>
      <pc:sldChg chg="modSp add mod">
        <pc:chgData name="Bhargavi Elluri" userId="b0c03c2836620719" providerId="LiveId" clId="{B3A57DA0-E80A-482E-9AAF-15CB47E7445B}" dt="2026-01-02T14:19:21.712" v="1501" actId="20577"/>
        <pc:sldMkLst>
          <pc:docMk/>
          <pc:sldMk cId="4178530080" sldId="266"/>
        </pc:sldMkLst>
        <pc:spChg chg="mod">
          <ac:chgData name="Bhargavi Elluri" userId="b0c03c2836620719" providerId="LiveId" clId="{B3A57DA0-E80A-482E-9AAF-15CB47E7445B}" dt="2026-01-02T14:19:21.712" v="1501" actId="20577"/>
          <ac:spMkLst>
            <pc:docMk/>
            <pc:sldMk cId="4178530080" sldId="266"/>
            <ac:spMk id="5" creationId="{AE3991FE-32C2-EEBF-473D-EFA9E711F000}"/>
          </ac:spMkLst>
        </pc:spChg>
      </pc:sldChg>
      <pc:sldChg chg="addSp modSp add mod">
        <pc:chgData name="Bhargavi Elluri" userId="b0c03c2836620719" providerId="LiveId" clId="{B3A57DA0-E80A-482E-9AAF-15CB47E7445B}" dt="2026-01-02T12:52:25.719" v="1274" actId="14100"/>
        <pc:sldMkLst>
          <pc:docMk/>
          <pc:sldMk cId="693389623" sldId="267"/>
        </pc:sldMkLst>
        <pc:spChg chg="add mod">
          <ac:chgData name="Bhargavi Elluri" userId="b0c03c2836620719" providerId="LiveId" clId="{B3A57DA0-E80A-482E-9AAF-15CB47E7445B}" dt="2026-01-01T12:28:48.943" v="176" actId="115"/>
          <ac:spMkLst>
            <pc:docMk/>
            <pc:sldMk cId="693389623" sldId="267"/>
            <ac:spMk id="2" creationId="{0B3B51F1-2902-523A-090F-BD12B7CB9FA8}"/>
          </ac:spMkLst>
        </pc:spChg>
        <pc:spChg chg="add mod">
          <ac:chgData name="Bhargavi Elluri" userId="b0c03c2836620719" providerId="LiveId" clId="{B3A57DA0-E80A-482E-9AAF-15CB47E7445B}" dt="2026-01-02T12:51:56.589" v="1266" actId="20577"/>
          <ac:spMkLst>
            <pc:docMk/>
            <pc:sldMk cId="693389623" sldId="267"/>
            <ac:spMk id="3" creationId="{A364AD2A-7CD1-1320-3176-7979296BC156}"/>
          </ac:spMkLst>
        </pc:spChg>
        <pc:picChg chg="mod">
          <ac:chgData name="Bhargavi Elluri" userId="b0c03c2836620719" providerId="LiveId" clId="{B3A57DA0-E80A-482E-9AAF-15CB47E7445B}" dt="2026-01-01T12:29:21.155" v="182" actId="1076"/>
          <ac:picMkLst>
            <pc:docMk/>
            <pc:sldMk cId="693389623" sldId="267"/>
            <ac:picMk id="8" creationId="{70F1BDED-70D2-9506-9B7A-A6956FF157FB}"/>
          </ac:picMkLst>
        </pc:picChg>
        <pc:picChg chg="add mod">
          <ac:chgData name="Bhargavi Elluri" userId="b0c03c2836620719" providerId="LiveId" clId="{B3A57DA0-E80A-482E-9AAF-15CB47E7445B}" dt="2026-01-02T12:51:48.763" v="1264" actId="14100"/>
          <ac:picMkLst>
            <pc:docMk/>
            <pc:sldMk cId="693389623" sldId="267"/>
            <ac:picMk id="10" creationId="{93E67C10-8B54-676B-AA8B-7609A325DA65}"/>
          </ac:picMkLst>
        </pc:picChg>
        <pc:picChg chg="add mod">
          <ac:chgData name="Bhargavi Elluri" userId="b0c03c2836620719" providerId="LiveId" clId="{B3A57DA0-E80A-482E-9AAF-15CB47E7445B}" dt="2026-01-02T12:52:25.719" v="1274" actId="14100"/>
          <ac:picMkLst>
            <pc:docMk/>
            <pc:sldMk cId="693389623" sldId="267"/>
            <ac:picMk id="12" creationId="{153D4950-F0B7-0324-BFCD-6A3B7C635E10}"/>
          </ac:picMkLst>
        </pc:picChg>
        <pc:picChg chg="add mod">
          <ac:chgData name="Bhargavi Elluri" userId="b0c03c2836620719" providerId="LiveId" clId="{B3A57DA0-E80A-482E-9AAF-15CB47E7445B}" dt="2026-01-02T12:52:20.772" v="1273" actId="14100"/>
          <ac:picMkLst>
            <pc:docMk/>
            <pc:sldMk cId="693389623" sldId="267"/>
            <ac:picMk id="14" creationId="{F52384B9-E0EA-9EDE-3B7F-02EF50CEED7A}"/>
          </ac:picMkLst>
        </pc:picChg>
      </pc:sldChg>
      <pc:sldChg chg="addSp modSp add mod">
        <pc:chgData name="Bhargavi Elluri" userId="b0c03c2836620719" providerId="LiveId" clId="{B3A57DA0-E80A-482E-9AAF-15CB47E7445B}" dt="2026-01-01T12:46:23.096" v="299" actId="115"/>
        <pc:sldMkLst>
          <pc:docMk/>
          <pc:sldMk cId="1483357859" sldId="268"/>
        </pc:sldMkLst>
        <pc:spChg chg="add mod">
          <ac:chgData name="Bhargavi Elluri" userId="b0c03c2836620719" providerId="LiveId" clId="{B3A57DA0-E80A-482E-9AAF-15CB47E7445B}" dt="2026-01-01T12:43:36.329" v="264" actId="1076"/>
          <ac:spMkLst>
            <pc:docMk/>
            <pc:sldMk cId="1483357859" sldId="268"/>
            <ac:spMk id="2" creationId="{536B22EC-EA4F-4F4D-4B2D-81A52CD55CBB}"/>
          </ac:spMkLst>
        </pc:spChg>
        <pc:spChg chg="add mod">
          <ac:chgData name="Bhargavi Elluri" userId="b0c03c2836620719" providerId="LiveId" clId="{B3A57DA0-E80A-482E-9AAF-15CB47E7445B}" dt="2026-01-01T12:46:23.096" v="299" actId="115"/>
          <ac:spMkLst>
            <pc:docMk/>
            <pc:sldMk cId="1483357859" sldId="268"/>
            <ac:spMk id="3" creationId="{F582988F-C8D4-14A3-1FD8-B12CA3D8A00C}"/>
          </ac:spMkLst>
        </pc:spChg>
      </pc:sldChg>
      <pc:sldChg chg="addSp modSp add mod ord">
        <pc:chgData name="Bhargavi Elluri" userId="b0c03c2836620719" providerId="LiveId" clId="{B3A57DA0-E80A-482E-9AAF-15CB47E7445B}" dt="2026-01-02T05:51:46.039" v="517" actId="113"/>
        <pc:sldMkLst>
          <pc:docMk/>
          <pc:sldMk cId="945566715" sldId="269"/>
        </pc:sldMkLst>
        <pc:spChg chg="add mod">
          <ac:chgData name="Bhargavi Elluri" userId="b0c03c2836620719" providerId="LiveId" clId="{B3A57DA0-E80A-482E-9AAF-15CB47E7445B}" dt="2026-01-02T05:51:46.039" v="517" actId="113"/>
          <ac:spMkLst>
            <pc:docMk/>
            <pc:sldMk cId="945566715" sldId="269"/>
            <ac:spMk id="3" creationId="{DEECEEAD-6358-34AB-EC52-CAB666622646}"/>
          </ac:spMkLst>
        </pc:spChg>
        <pc:spChg chg="add mod">
          <ac:chgData name="Bhargavi Elluri" userId="b0c03c2836620719" providerId="LiveId" clId="{B3A57DA0-E80A-482E-9AAF-15CB47E7445B}" dt="2026-01-02T04:56:49.604" v="334" actId="207"/>
          <ac:spMkLst>
            <pc:docMk/>
            <pc:sldMk cId="945566715" sldId="269"/>
            <ac:spMk id="4" creationId="{6469628C-2C67-C1E4-84C7-C38902BB8FE1}"/>
          </ac:spMkLst>
        </pc:spChg>
      </pc:sldChg>
      <pc:sldChg chg="addSp modSp add mod ord">
        <pc:chgData name="Bhargavi Elluri" userId="b0c03c2836620719" providerId="LiveId" clId="{B3A57DA0-E80A-482E-9AAF-15CB47E7445B}" dt="2026-01-02T05:34:30.959" v="477" actId="2711"/>
        <pc:sldMkLst>
          <pc:docMk/>
          <pc:sldMk cId="1485715121" sldId="270"/>
        </pc:sldMkLst>
        <pc:spChg chg="add mod">
          <ac:chgData name="Bhargavi Elluri" userId="b0c03c2836620719" providerId="LiveId" clId="{B3A57DA0-E80A-482E-9AAF-15CB47E7445B}" dt="2026-01-02T05:19:47.618" v="411" actId="255"/>
          <ac:spMkLst>
            <pc:docMk/>
            <pc:sldMk cId="1485715121" sldId="270"/>
            <ac:spMk id="2" creationId="{079351EE-CFAF-203D-DDC3-39D1675B5C97}"/>
          </ac:spMkLst>
        </pc:spChg>
        <pc:spChg chg="add mod">
          <ac:chgData name="Bhargavi Elluri" userId="b0c03c2836620719" providerId="LiveId" clId="{B3A57DA0-E80A-482E-9AAF-15CB47E7445B}" dt="2026-01-02T05:34:30.959" v="477" actId="2711"/>
          <ac:spMkLst>
            <pc:docMk/>
            <pc:sldMk cId="1485715121" sldId="270"/>
            <ac:spMk id="3" creationId="{34906F70-225D-A9C3-8DDA-BB1CAB2A5A66}"/>
          </ac:spMkLst>
        </pc:spChg>
        <pc:picChg chg="mod">
          <ac:chgData name="Bhargavi Elluri" userId="b0c03c2836620719" providerId="LiveId" clId="{B3A57DA0-E80A-482E-9AAF-15CB47E7445B}" dt="2026-01-02T05:19:51.669" v="412" actId="1076"/>
          <ac:picMkLst>
            <pc:docMk/>
            <pc:sldMk cId="1485715121" sldId="270"/>
            <ac:picMk id="8" creationId="{7991A40C-A935-3977-98D6-66230C3CD254}"/>
          </ac:picMkLst>
        </pc:picChg>
      </pc:sldChg>
      <pc:sldChg chg="addSp modSp add mod ord">
        <pc:chgData name="Bhargavi Elluri" userId="b0c03c2836620719" providerId="LiveId" clId="{B3A57DA0-E80A-482E-9AAF-15CB47E7445B}" dt="2026-01-03T00:18:24.717" v="1537" actId="2711"/>
        <pc:sldMkLst>
          <pc:docMk/>
          <pc:sldMk cId="343561483" sldId="271"/>
        </pc:sldMkLst>
        <pc:spChg chg="add mod">
          <ac:chgData name="Bhargavi Elluri" userId="b0c03c2836620719" providerId="LiveId" clId="{B3A57DA0-E80A-482E-9AAF-15CB47E7445B}" dt="2026-01-02T05:33:35.011" v="471" actId="255"/>
          <ac:spMkLst>
            <pc:docMk/>
            <pc:sldMk cId="343561483" sldId="271"/>
            <ac:spMk id="2" creationId="{15535E90-C623-8DAF-F13D-269F5F18DE8B}"/>
          </ac:spMkLst>
        </pc:spChg>
        <pc:spChg chg="add mod">
          <ac:chgData name="Bhargavi Elluri" userId="b0c03c2836620719" providerId="LiveId" clId="{B3A57DA0-E80A-482E-9AAF-15CB47E7445B}" dt="2026-01-03T00:18:24.717" v="1537" actId="2711"/>
          <ac:spMkLst>
            <pc:docMk/>
            <pc:sldMk cId="343561483" sldId="271"/>
            <ac:spMk id="3" creationId="{4506B269-CA63-6E35-8F53-D39BA9D2161B}"/>
          </ac:spMkLst>
        </pc:spChg>
      </pc:sldChg>
      <pc:sldChg chg="addSp delSp modSp add mod ord">
        <pc:chgData name="Bhargavi Elluri" userId="b0c03c2836620719" providerId="LiveId" clId="{B3A57DA0-E80A-482E-9AAF-15CB47E7445B}" dt="2026-01-02T10:11:50.841" v="898" actId="20577"/>
        <pc:sldMkLst>
          <pc:docMk/>
          <pc:sldMk cId="2285701075" sldId="272"/>
        </pc:sldMkLst>
        <pc:spChg chg="add mod">
          <ac:chgData name="Bhargavi Elluri" userId="b0c03c2836620719" providerId="LiveId" clId="{B3A57DA0-E80A-482E-9AAF-15CB47E7445B}" dt="2026-01-02T09:40:46.852" v="582" actId="20577"/>
          <ac:spMkLst>
            <pc:docMk/>
            <pc:sldMk cId="2285701075" sldId="272"/>
            <ac:spMk id="2" creationId="{53F2F4E1-B95B-6F18-8932-B816D2EAFBA2}"/>
          </ac:spMkLst>
        </pc:spChg>
        <pc:spChg chg="add mod">
          <ac:chgData name="Bhargavi Elluri" userId="b0c03c2836620719" providerId="LiveId" clId="{B3A57DA0-E80A-482E-9AAF-15CB47E7445B}" dt="2026-01-02T09:55:25.679" v="700" actId="12"/>
          <ac:spMkLst>
            <pc:docMk/>
            <pc:sldMk cId="2285701075" sldId="272"/>
            <ac:spMk id="4" creationId="{9CC77E7E-7CD9-4342-A3E0-718A71803544}"/>
          </ac:spMkLst>
        </pc:spChg>
        <pc:spChg chg="add del mod">
          <ac:chgData name="Bhargavi Elluri" userId="b0c03c2836620719" providerId="LiveId" clId="{B3A57DA0-E80A-482E-9AAF-15CB47E7445B}" dt="2026-01-02T09:41:44.352" v="590" actId="478"/>
          <ac:spMkLst>
            <pc:docMk/>
            <pc:sldMk cId="2285701075" sldId="272"/>
            <ac:spMk id="7" creationId="{9A6D8FB8-CB0C-0D92-E4F5-7C36DCF20F10}"/>
          </ac:spMkLst>
        </pc:spChg>
        <pc:spChg chg="add del mod">
          <ac:chgData name="Bhargavi Elluri" userId="b0c03c2836620719" providerId="LiveId" clId="{B3A57DA0-E80A-482E-9AAF-15CB47E7445B}" dt="2026-01-02T09:41:55.682" v="592" actId="478"/>
          <ac:spMkLst>
            <pc:docMk/>
            <pc:sldMk cId="2285701075" sldId="272"/>
            <ac:spMk id="9" creationId="{477D1D61-23AD-7E24-18AB-3D985D80EBC2}"/>
          </ac:spMkLst>
        </pc:spChg>
        <pc:spChg chg="add del mod">
          <ac:chgData name="Bhargavi Elluri" userId="b0c03c2836620719" providerId="LiveId" clId="{B3A57DA0-E80A-482E-9AAF-15CB47E7445B}" dt="2026-01-02T09:42:49.241" v="606" actId="478"/>
          <ac:spMkLst>
            <pc:docMk/>
            <pc:sldMk cId="2285701075" sldId="272"/>
            <ac:spMk id="11" creationId="{A1D9A332-2EB1-AEB0-A19B-93F45229B0D2}"/>
          </ac:spMkLst>
        </pc:spChg>
        <pc:spChg chg="add mod">
          <ac:chgData name="Bhargavi Elluri" userId="b0c03c2836620719" providerId="LiveId" clId="{B3A57DA0-E80A-482E-9AAF-15CB47E7445B}" dt="2026-01-02T09:55:39.867" v="701" actId="1076"/>
          <ac:spMkLst>
            <pc:docMk/>
            <pc:sldMk cId="2285701075" sldId="272"/>
            <ac:spMk id="13" creationId="{E7A15F63-C9F7-B7CD-5CC5-D8919EA90D4F}"/>
          </ac:spMkLst>
        </pc:spChg>
        <pc:spChg chg="add del mod">
          <ac:chgData name="Bhargavi Elluri" userId="b0c03c2836620719" providerId="LiveId" clId="{B3A57DA0-E80A-482E-9AAF-15CB47E7445B}" dt="2026-01-02T10:11:50.841" v="898" actId="20577"/>
          <ac:spMkLst>
            <pc:docMk/>
            <pc:sldMk cId="2285701075" sldId="272"/>
            <ac:spMk id="15" creationId="{598A0AC4-E75A-35DE-55CE-5EF46D14D16B}"/>
          </ac:spMkLst>
        </pc:spChg>
      </pc:sldChg>
      <pc:sldChg chg="addSp delSp modSp add mod ord">
        <pc:chgData name="Bhargavi Elluri" userId="b0c03c2836620719" providerId="LiveId" clId="{B3A57DA0-E80A-482E-9AAF-15CB47E7445B}" dt="2026-01-02T10:12:15.897" v="900" actId="20577"/>
        <pc:sldMkLst>
          <pc:docMk/>
          <pc:sldMk cId="248338048" sldId="273"/>
        </pc:sldMkLst>
        <pc:spChg chg="add del mod">
          <ac:chgData name="Bhargavi Elluri" userId="b0c03c2836620719" providerId="LiveId" clId="{B3A57DA0-E80A-482E-9AAF-15CB47E7445B}" dt="2026-01-02T10:12:15.897" v="900" actId="20577"/>
          <ac:spMkLst>
            <pc:docMk/>
            <pc:sldMk cId="248338048" sldId="273"/>
            <ac:spMk id="2" creationId="{82890D85-62B0-539A-25E9-3C939F1C0C05}"/>
          </ac:spMkLst>
        </pc:spChg>
        <pc:picChg chg="mod">
          <ac:chgData name="Bhargavi Elluri" userId="b0c03c2836620719" providerId="LiveId" clId="{B3A57DA0-E80A-482E-9AAF-15CB47E7445B}" dt="2026-01-02T09:58:29.174" v="748" actId="14100"/>
          <ac:picMkLst>
            <pc:docMk/>
            <pc:sldMk cId="248338048" sldId="273"/>
            <ac:picMk id="8" creationId="{E2F1061D-9D88-C652-4B47-7F16008CBDEB}"/>
          </ac:picMkLst>
        </pc:picChg>
      </pc:sldChg>
      <pc:sldChg chg="modSp add mod">
        <pc:chgData name="Bhargavi Elluri" userId="b0c03c2836620719" providerId="LiveId" clId="{B3A57DA0-E80A-482E-9AAF-15CB47E7445B}" dt="2026-01-02T14:35:52.944" v="1502" actId="255"/>
        <pc:sldMkLst>
          <pc:docMk/>
          <pc:sldMk cId="2375135772" sldId="274"/>
        </pc:sldMkLst>
        <pc:spChg chg="mod">
          <ac:chgData name="Bhargavi Elluri" userId="b0c03c2836620719" providerId="LiveId" clId="{B3A57DA0-E80A-482E-9AAF-15CB47E7445B}" dt="2026-01-02T14:35:52.944" v="1502" actId="255"/>
          <ac:spMkLst>
            <pc:docMk/>
            <pc:sldMk cId="2375135772" sldId="274"/>
            <ac:spMk id="2" creationId="{1C647484-AA5B-C019-3326-96EF33F0AFE0}"/>
          </ac:spMkLst>
        </pc:spChg>
      </pc:sldChg>
      <pc:sldChg chg="addSp delSp modSp add mod">
        <pc:chgData name="Bhargavi Elluri" userId="b0c03c2836620719" providerId="LiveId" clId="{B3A57DA0-E80A-482E-9AAF-15CB47E7445B}" dt="2026-01-02T10:18:36.089" v="949" actId="1076"/>
        <pc:sldMkLst>
          <pc:docMk/>
          <pc:sldMk cId="1735544791" sldId="275"/>
        </pc:sldMkLst>
        <pc:spChg chg="del mod">
          <ac:chgData name="Bhargavi Elluri" userId="b0c03c2836620719" providerId="LiveId" clId="{B3A57DA0-E80A-482E-9AAF-15CB47E7445B}" dt="2026-01-02T10:16:25.659" v="935" actId="478"/>
          <ac:spMkLst>
            <pc:docMk/>
            <pc:sldMk cId="1735544791" sldId="275"/>
            <ac:spMk id="2" creationId="{35FAC6DE-79BB-809B-63A7-70896849D2B0}"/>
          </ac:spMkLst>
        </pc:spChg>
        <pc:picChg chg="add mod">
          <ac:chgData name="Bhargavi Elluri" userId="b0c03c2836620719" providerId="LiveId" clId="{B3A57DA0-E80A-482E-9AAF-15CB47E7445B}" dt="2026-01-02T10:18:36.089" v="949" actId="1076"/>
          <ac:picMkLst>
            <pc:docMk/>
            <pc:sldMk cId="1735544791" sldId="275"/>
            <ac:picMk id="4" creationId="{B73BE551-9689-00ED-061C-507DD10830E8}"/>
          </ac:picMkLst>
        </pc:picChg>
        <pc:picChg chg="del">
          <ac:chgData name="Bhargavi Elluri" userId="b0c03c2836620719" providerId="LiveId" clId="{B3A57DA0-E80A-482E-9AAF-15CB47E7445B}" dt="2026-01-02T10:18:16.424" v="943" actId="21"/>
          <ac:picMkLst>
            <pc:docMk/>
            <pc:sldMk cId="1735544791" sldId="275"/>
            <ac:picMk id="8" creationId="{969B29D9-25AA-6C5F-DB07-0934EFE32138}"/>
          </ac:picMkLst>
        </pc:picChg>
      </pc:sldChg>
      <pc:sldChg chg="modSp add mod">
        <pc:chgData name="Bhargavi Elluri" userId="b0c03c2836620719" providerId="LiveId" clId="{B3A57DA0-E80A-482E-9AAF-15CB47E7445B}" dt="2026-01-02T12:51:25.213" v="1258" actId="20577"/>
        <pc:sldMkLst>
          <pc:docMk/>
          <pc:sldMk cId="2486427123" sldId="276"/>
        </pc:sldMkLst>
        <pc:spChg chg="mod">
          <ac:chgData name="Bhargavi Elluri" userId="b0c03c2836620719" providerId="LiveId" clId="{B3A57DA0-E80A-482E-9AAF-15CB47E7445B}" dt="2026-01-02T12:34:37.967" v="1153" actId="113"/>
          <ac:spMkLst>
            <pc:docMk/>
            <pc:sldMk cId="2486427123" sldId="276"/>
            <ac:spMk id="3" creationId="{024BB1F3-DE03-3537-CF6C-C4B8012418DA}"/>
          </ac:spMkLst>
        </pc:spChg>
        <pc:spChg chg="mod">
          <ac:chgData name="Bhargavi Elluri" userId="b0c03c2836620719" providerId="LiveId" clId="{B3A57DA0-E80A-482E-9AAF-15CB47E7445B}" dt="2026-01-02T12:51:25.213" v="1258" actId="20577"/>
          <ac:spMkLst>
            <pc:docMk/>
            <pc:sldMk cId="2486427123" sldId="276"/>
            <ac:spMk id="5" creationId="{6FEB8B14-DD8D-2E1C-5259-5587C2B6D785}"/>
          </ac:spMkLst>
        </pc:spChg>
      </pc:sldChg>
      <pc:sldChg chg="new del">
        <pc:chgData name="Bhargavi Elluri" userId="b0c03c2836620719" providerId="LiveId" clId="{B3A57DA0-E80A-482E-9AAF-15CB47E7445B}" dt="2026-01-02T10:34:46.893" v="996" actId="680"/>
        <pc:sldMkLst>
          <pc:docMk/>
          <pc:sldMk cId="2524265751" sldId="276"/>
        </pc:sldMkLst>
      </pc:sldChg>
      <pc:sldChg chg="addSp delSp modSp add mod">
        <pc:chgData name="Bhargavi Elluri" userId="b0c03c2836620719" providerId="LiveId" clId="{B3A57DA0-E80A-482E-9AAF-15CB47E7445B}" dt="2026-01-02T13:02:32.012" v="1486" actId="20577"/>
        <pc:sldMkLst>
          <pc:docMk/>
          <pc:sldMk cId="1073617378" sldId="277"/>
        </pc:sldMkLst>
        <pc:spChg chg="add del mod">
          <ac:chgData name="Bhargavi Elluri" userId="b0c03c2836620719" providerId="LiveId" clId="{B3A57DA0-E80A-482E-9AAF-15CB47E7445B}" dt="2026-01-02T13:01:51.281" v="1479" actId="21"/>
          <ac:spMkLst>
            <pc:docMk/>
            <pc:sldMk cId="1073617378" sldId="277"/>
            <ac:spMk id="2" creationId="{E15083C0-3DBA-145B-CCB0-1D4F7F140949}"/>
          </ac:spMkLst>
        </pc:spChg>
        <pc:spChg chg="add del mod">
          <ac:chgData name="Bhargavi Elluri" userId="b0c03c2836620719" providerId="LiveId" clId="{B3A57DA0-E80A-482E-9AAF-15CB47E7445B}" dt="2026-01-02T13:02:32.012" v="1486" actId="20577"/>
          <ac:spMkLst>
            <pc:docMk/>
            <pc:sldMk cId="1073617378" sldId="277"/>
            <ac:spMk id="3" creationId="{514C31FD-4245-EC54-9164-CDAC2DEFD3D4}"/>
          </ac:spMkLst>
        </pc:spChg>
        <pc:spChg chg="add">
          <ac:chgData name="Bhargavi Elluri" userId="b0c03c2836620719" providerId="LiveId" clId="{B3A57DA0-E80A-482E-9AAF-15CB47E7445B}" dt="2026-01-02T12:57:18.357" v="1287"/>
          <ac:spMkLst>
            <pc:docMk/>
            <pc:sldMk cId="1073617378" sldId="277"/>
            <ac:spMk id="4" creationId="{71B23865-72DB-95AE-4512-6849A9BC5E4D}"/>
          </ac:spMkLst>
        </pc:spChg>
        <pc:spChg chg="add">
          <ac:chgData name="Bhargavi Elluri" userId="b0c03c2836620719" providerId="LiveId" clId="{B3A57DA0-E80A-482E-9AAF-15CB47E7445B}" dt="2026-01-02T12:57:24.624" v="1288"/>
          <ac:spMkLst>
            <pc:docMk/>
            <pc:sldMk cId="1073617378" sldId="277"/>
            <ac:spMk id="5" creationId="{972DD2B4-69DF-6527-5210-2AC8B2EE8226}"/>
          </ac:spMkLst>
        </pc:spChg>
        <pc:spChg chg="add mod">
          <ac:chgData name="Bhargavi Elluri" userId="b0c03c2836620719" providerId="LiveId" clId="{B3A57DA0-E80A-482E-9AAF-15CB47E7445B}" dt="2026-01-02T12:57:30.078" v="1291"/>
          <ac:spMkLst>
            <pc:docMk/>
            <pc:sldMk cId="1073617378" sldId="277"/>
            <ac:spMk id="7" creationId="{2317CF41-A2C5-1166-E427-58A0ACD6219A}"/>
          </ac:spMkLst>
        </pc:spChg>
        <pc:spChg chg="add">
          <ac:chgData name="Bhargavi Elluri" userId="b0c03c2836620719" providerId="LiveId" clId="{B3A57DA0-E80A-482E-9AAF-15CB47E7445B}" dt="2026-01-02T12:59:17.534" v="1314"/>
          <ac:spMkLst>
            <pc:docMk/>
            <pc:sldMk cId="1073617378" sldId="277"/>
            <ac:spMk id="9" creationId="{5BFF48DD-56E6-FCB1-4B84-20982C198EED}"/>
          </ac:spMkLst>
        </pc:spChg>
        <pc:spChg chg="add mod">
          <ac:chgData name="Bhargavi Elluri" userId="b0c03c2836620719" providerId="LiveId" clId="{B3A57DA0-E80A-482E-9AAF-15CB47E7445B}" dt="2026-01-02T12:59:24.642" v="1317"/>
          <ac:spMkLst>
            <pc:docMk/>
            <pc:sldMk cId="1073617378" sldId="277"/>
            <ac:spMk id="10" creationId="{B5B222D3-A503-68CC-3537-734DE0456C66}"/>
          </ac:spMkLst>
        </pc:spChg>
        <pc:spChg chg="add mod">
          <ac:chgData name="Bhargavi Elluri" userId="b0c03c2836620719" providerId="LiveId" clId="{B3A57DA0-E80A-482E-9AAF-15CB47E7445B}" dt="2026-01-02T12:59:30.952" v="1320"/>
          <ac:spMkLst>
            <pc:docMk/>
            <pc:sldMk cId="1073617378" sldId="277"/>
            <ac:spMk id="11" creationId="{6346EC79-ED3F-B953-6CED-FE50C2C20F1D}"/>
          </ac:spMkLst>
        </pc:spChg>
        <pc:spChg chg="add del mod">
          <ac:chgData name="Bhargavi Elluri" userId="b0c03c2836620719" providerId="LiveId" clId="{B3A57DA0-E80A-482E-9AAF-15CB47E7445B}" dt="2026-01-02T13:00:12.347" v="1392" actId="21"/>
          <ac:spMkLst>
            <pc:docMk/>
            <pc:sldMk cId="1073617378" sldId="277"/>
            <ac:spMk id="12" creationId="{42888A1D-A7D9-1F76-FEF9-CF36CF86184D}"/>
          </ac:spMkLst>
        </pc:spChg>
        <pc:spChg chg="add del mod">
          <ac:chgData name="Bhargavi Elluri" userId="b0c03c2836620719" providerId="LiveId" clId="{B3A57DA0-E80A-482E-9AAF-15CB47E7445B}" dt="2026-01-02T13:00:01.106" v="1381" actId="21"/>
          <ac:spMkLst>
            <pc:docMk/>
            <pc:sldMk cId="1073617378" sldId="277"/>
            <ac:spMk id="13" creationId="{E5FACC1D-6CD1-04E9-3AE4-04B1D32349BE}"/>
          </ac:spMkLst>
        </pc:spChg>
        <pc:spChg chg="add">
          <ac:chgData name="Bhargavi Elluri" userId="b0c03c2836620719" providerId="LiveId" clId="{B3A57DA0-E80A-482E-9AAF-15CB47E7445B}" dt="2026-01-02T13:00:29.303" v="1397"/>
          <ac:spMkLst>
            <pc:docMk/>
            <pc:sldMk cId="1073617378" sldId="277"/>
            <ac:spMk id="14" creationId="{FF160E21-CABA-AA79-AA9D-763C920AD557}"/>
          </ac:spMkLst>
        </pc:spChg>
        <pc:spChg chg="add del mod">
          <ac:chgData name="Bhargavi Elluri" userId="b0c03c2836620719" providerId="LiveId" clId="{B3A57DA0-E80A-482E-9AAF-15CB47E7445B}" dt="2026-01-02T13:01:55.792" v="1480" actId="21"/>
          <ac:spMkLst>
            <pc:docMk/>
            <pc:sldMk cId="1073617378" sldId="277"/>
            <ac:spMk id="15" creationId="{AC3E6942-D0D9-2C93-0BDE-474137E35E71}"/>
          </ac:spMkLst>
        </pc:spChg>
      </pc:sldChg>
      <pc:sldChg chg="new del">
        <pc:chgData name="Bhargavi Elluri" userId="b0c03c2836620719" providerId="LiveId" clId="{B3A57DA0-E80A-482E-9AAF-15CB47E7445B}" dt="2026-01-03T00:14:25.448" v="1527" actId="2696"/>
        <pc:sldMkLst>
          <pc:docMk/>
          <pc:sldMk cId="4100386324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82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33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382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78940" y="117432"/>
            <a:ext cx="8064246" cy="677108"/>
          </a:xfrm>
        </p:spPr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5220" y="1553676"/>
            <a:ext cx="10691283" cy="282065"/>
          </a:xfrm>
        </p:spPr>
        <p:txBody>
          <a:bodyPr lIns="0" tIns="0" rIns="0" bIns="0"/>
          <a:lstStyle>
            <a:lvl1pPr>
              <a:defRPr sz="1833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7055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78940" y="117432"/>
            <a:ext cx="8064246" cy="677108"/>
          </a:xfrm>
        </p:spPr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23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23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979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78940" y="117432"/>
            <a:ext cx="8064246" cy="677108"/>
          </a:xfrm>
        </p:spPr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0155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067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6200" y="6286496"/>
            <a:ext cx="2933700" cy="4444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78940" y="117432"/>
            <a:ext cx="8064246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5220" y="1553676"/>
            <a:ext cx="10691283" cy="423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500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04815">
        <a:defRPr>
          <a:latin typeface="+mn-lt"/>
          <a:ea typeface="+mn-ea"/>
          <a:cs typeface="+mn-cs"/>
        </a:defRPr>
      </a:lvl2pPr>
      <a:lvl3pPr marL="609630">
        <a:defRPr>
          <a:latin typeface="+mn-lt"/>
          <a:ea typeface="+mn-ea"/>
          <a:cs typeface="+mn-cs"/>
        </a:defRPr>
      </a:lvl3pPr>
      <a:lvl4pPr marL="914446">
        <a:defRPr>
          <a:latin typeface="+mn-lt"/>
          <a:ea typeface="+mn-ea"/>
          <a:cs typeface="+mn-cs"/>
        </a:defRPr>
      </a:lvl4pPr>
      <a:lvl5pPr marL="1219261">
        <a:defRPr>
          <a:latin typeface="+mn-lt"/>
          <a:ea typeface="+mn-ea"/>
          <a:cs typeface="+mn-cs"/>
        </a:defRPr>
      </a:lvl5pPr>
      <a:lvl6pPr marL="1524076">
        <a:defRPr>
          <a:latin typeface="+mn-lt"/>
          <a:ea typeface="+mn-ea"/>
          <a:cs typeface="+mn-cs"/>
        </a:defRPr>
      </a:lvl6pPr>
      <a:lvl7pPr marL="1828891">
        <a:defRPr>
          <a:latin typeface="+mn-lt"/>
          <a:ea typeface="+mn-ea"/>
          <a:cs typeface="+mn-cs"/>
        </a:defRPr>
      </a:lvl7pPr>
      <a:lvl8pPr marL="2133707">
        <a:defRPr>
          <a:latin typeface="+mn-lt"/>
          <a:ea typeface="+mn-ea"/>
          <a:cs typeface="+mn-cs"/>
        </a:defRPr>
      </a:lvl8pPr>
      <a:lvl9pPr marL="243852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04815">
        <a:defRPr>
          <a:latin typeface="+mn-lt"/>
          <a:ea typeface="+mn-ea"/>
          <a:cs typeface="+mn-cs"/>
        </a:defRPr>
      </a:lvl2pPr>
      <a:lvl3pPr marL="609630">
        <a:defRPr>
          <a:latin typeface="+mn-lt"/>
          <a:ea typeface="+mn-ea"/>
          <a:cs typeface="+mn-cs"/>
        </a:defRPr>
      </a:lvl3pPr>
      <a:lvl4pPr marL="914446">
        <a:defRPr>
          <a:latin typeface="+mn-lt"/>
          <a:ea typeface="+mn-ea"/>
          <a:cs typeface="+mn-cs"/>
        </a:defRPr>
      </a:lvl4pPr>
      <a:lvl5pPr marL="1219261">
        <a:defRPr>
          <a:latin typeface="+mn-lt"/>
          <a:ea typeface="+mn-ea"/>
          <a:cs typeface="+mn-cs"/>
        </a:defRPr>
      </a:lvl5pPr>
      <a:lvl6pPr marL="1524076">
        <a:defRPr>
          <a:latin typeface="+mn-lt"/>
          <a:ea typeface="+mn-ea"/>
          <a:cs typeface="+mn-cs"/>
        </a:defRPr>
      </a:lvl6pPr>
      <a:lvl7pPr marL="1828891">
        <a:defRPr>
          <a:latin typeface="+mn-lt"/>
          <a:ea typeface="+mn-ea"/>
          <a:cs typeface="+mn-cs"/>
        </a:defRPr>
      </a:lvl7pPr>
      <a:lvl8pPr marL="2133707">
        <a:defRPr>
          <a:latin typeface="+mn-lt"/>
          <a:ea typeface="+mn-ea"/>
          <a:cs typeface="+mn-cs"/>
        </a:defRPr>
      </a:lvl8pPr>
      <a:lvl9pPr marL="243852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29467" y="3932512"/>
            <a:ext cx="6341533" cy="752471"/>
          </a:xfrm>
          <a:prstGeom prst="rect">
            <a:avLst/>
          </a:prstGeom>
        </p:spPr>
        <p:txBody>
          <a:bodyPr vert="horz" wrap="square" lIns="0" tIns="115147" rIns="0" bIns="0" rtlCol="0">
            <a:spAutoFit/>
          </a:bodyPr>
          <a:lstStyle/>
          <a:p>
            <a:pPr marL="8467">
              <a:spcBef>
                <a:spcPts val="907"/>
              </a:spcBef>
            </a:pPr>
            <a:r>
              <a:rPr sz="4134" spc="57" dirty="0">
                <a:solidFill>
                  <a:srgbClr val="000000"/>
                </a:solidFill>
                <a:latin typeface="Tahoma"/>
                <a:cs typeface="Tahoma"/>
              </a:rPr>
              <a:t>Financial</a:t>
            </a:r>
            <a:r>
              <a:rPr sz="4134" spc="-8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4134" spc="113" dirty="0">
                <a:solidFill>
                  <a:srgbClr val="000000"/>
                </a:solidFill>
                <a:latin typeface="Tahoma"/>
                <a:cs typeface="Tahoma"/>
              </a:rPr>
              <a:t>Data</a:t>
            </a:r>
            <a:r>
              <a:rPr sz="4134" spc="-8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4134" spc="100" dirty="0">
                <a:solidFill>
                  <a:srgbClr val="000000"/>
                </a:solidFill>
                <a:latin typeface="Tahoma"/>
                <a:cs typeface="Tahoma"/>
              </a:rPr>
              <a:t>Analysis</a:t>
            </a:r>
            <a:endParaRPr sz="4134" dirty="0">
              <a:latin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45C2A-37BB-6B62-EF7E-4AE2FAF90176}"/>
              </a:ext>
            </a:extLst>
          </p:cNvPr>
          <p:cNvSpPr txBox="1"/>
          <p:nvPr/>
        </p:nvSpPr>
        <p:spPr>
          <a:xfrm>
            <a:off x="8292900" y="5442609"/>
            <a:ext cx="35036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ELLURI BHARGAVI</a:t>
            </a:r>
          </a:p>
          <a:p>
            <a:r>
              <a:rPr lang="en-IN" sz="2400" b="1" dirty="0"/>
              <a:t>KANDHATI SAIVARSHA</a:t>
            </a:r>
          </a:p>
          <a:p>
            <a:r>
              <a:rPr lang="en-IN" sz="2400" b="1" dirty="0"/>
              <a:t>Batch: 442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39F121-5B7E-C9E0-F4FC-181CB9934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B1E7CA-48EA-A823-14DD-16A1DCEF138B}"/>
              </a:ext>
            </a:extLst>
          </p:cNvPr>
          <p:cNvSpPr txBox="1"/>
          <p:nvPr/>
        </p:nvSpPr>
        <p:spPr>
          <a:xfrm>
            <a:off x="336884" y="16425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spc="-10" dirty="0">
                <a:solidFill>
                  <a:srgbClr val="C00000"/>
                </a:solidFill>
              </a:rPr>
              <a:t>Agenda</a:t>
            </a:r>
            <a:endParaRPr lang="en-IN" sz="54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DCA27C-5166-15A0-33FD-FF92AC7A54B3}"/>
              </a:ext>
            </a:extLst>
          </p:cNvPr>
          <p:cNvSpPr txBox="1"/>
          <p:nvPr/>
        </p:nvSpPr>
        <p:spPr>
          <a:xfrm>
            <a:off x="569494" y="1611900"/>
            <a:ext cx="9071811" cy="4642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44500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  <a:p>
            <a:pPr marL="457200" indent="-444500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7200" indent="-444500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IN" sz="2400" b="1" dirty="0"/>
              <a:t>Problem Statement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44500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US" sz="2400" b="1" dirty="0">
                <a:latin typeface="Times New Roman"/>
                <a:cs typeface="Times New Roman"/>
              </a:rPr>
              <a:t>Data</a:t>
            </a:r>
            <a:r>
              <a:rPr lang="en-US" sz="2400" b="1" spc="-15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Overview</a:t>
            </a:r>
            <a:endParaRPr lang="en-US" sz="2400" dirty="0">
              <a:latin typeface="Times New Roman"/>
              <a:cs typeface="Times New Roman"/>
            </a:endParaRPr>
          </a:p>
          <a:p>
            <a:pPr marL="457200" indent="-444500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US" sz="2400" b="1" dirty="0">
                <a:latin typeface="Times New Roman"/>
                <a:cs typeface="Times New Roman"/>
              </a:rPr>
              <a:t>Data</a:t>
            </a:r>
            <a:r>
              <a:rPr lang="en-US" sz="2400" b="1" spc="-10" dirty="0">
                <a:latin typeface="Times New Roman"/>
                <a:cs typeface="Times New Roman"/>
              </a:rPr>
              <a:t> Preparation</a:t>
            </a:r>
            <a:endParaRPr lang="en-US" sz="2400" dirty="0">
              <a:latin typeface="Times New Roman"/>
              <a:cs typeface="Times New Roman"/>
            </a:endParaRPr>
          </a:p>
          <a:p>
            <a:pPr marL="457200" indent="-444500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US" sz="2400" b="1" dirty="0">
                <a:latin typeface="Times New Roman"/>
                <a:cs typeface="Times New Roman"/>
              </a:rPr>
              <a:t>Dashboard</a:t>
            </a:r>
            <a:r>
              <a:rPr lang="en-US" sz="2400" b="1" spc="-170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Visualizations</a:t>
            </a:r>
            <a:endParaRPr lang="en-US" sz="2400" dirty="0">
              <a:latin typeface="Times New Roman"/>
              <a:cs typeface="Times New Roman"/>
            </a:endParaRPr>
          </a:p>
          <a:p>
            <a:pPr marL="457200" indent="-4445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Insights</a:t>
            </a:r>
          </a:p>
          <a:p>
            <a:pPr marL="457200" indent="-444500">
              <a:spcBef>
                <a:spcPts val="935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IN" sz="24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4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Conclusion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IN" dirty="0"/>
          </a:p>
        </p:txBody>
      </p:sp>
      <p:pic>
        <p:nvPicPr>
          <p:cNvPr id="9" name="Graphic 8" descr="Bar graph with upward trend with solid fill">
            <a:extLst>
              <a:ext uri="{FF2B5EF4-FFF2-40B4-BE49-F238E27FC236}">
                <a16:creationId xmlns:a16="http://schemas.microsoft.com/office/drawing/2014/main" id="{E421A3ED-1C2C-EECE-90CD-79EB32315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5074" y="168715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7BDE62-9C82-D4AF-BBF6-E99C3CDEF91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116305" y="329137"/>
            <a:ext cx="12192000" cy="499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69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8658-EFCD-3264-870D-C811096E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8B7552-9FE4-62B1-2524-2CD2339D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6666A0-A36B-FC48-8500-5BFCE5619312}"/>
              </a:ext>
            </a:extLst>
          </p:cNvPr>
          <p:cNvSpPr txBox="1"/>
          <p:nvPr/>
        </p:nvSpPr>
        <p:spPr>
          <a:xfrm>
            <a:off x="160421" y="173755"/>
            <a:ext cx="85263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  <a:tabLst>
                <a:tab pos="457200" algn="l"/>
              </a:tabLst>
            </a:pPr>
            <a:r>
              <a:rPr lang="en-IN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2D2861-949F-FB32-4AD9-54DF48626838}"/>
              </a:ext>
            </a:extLst>
          </p:cNvPr>
          <p:cNvSpPr txBox="1"/>
          <p:nvPr/>
        </p:nvSpPr>
        <p:spPr>
          <a:xfrm>
            <a:off x="336883" y="1241264"/>
            <a:ext cx="110770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Stock-related financial data is spread across multiple financial statements and time periods, making it difficult for investors and analysts to efficiently evaluate stock performance, identify trends, and assess financial strength.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081B051-041C-6CF0-0797-1C9226101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AF1E2AD-0640-0D2D-A949-9166EE090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98CA3E-936C-C3DB-5256-EF99434E9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124381"/>
            <a:ext cx="2855495" cy="35693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655CFB-88B2-31EB-DFED-03D2E4A127C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-80211" y="13104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0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AE18-EF5A-F4D6-A968-17A24393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0C799E-5016-DAE8-FF98-A1850919FE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C524E8-BDE6-9E0B-4F19-A47C0B7C76C1}"/>
              </a:ext>
            </a:extLst>
          </p:cNvPr>
          <p:cNvSpPr txBox="1"/>
          <p:nvPr/>
        </p:nvSpPr>
        <p:spPr>
          <a:xfrm>
            <a:off x="224589" y="30060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991FE-32C2-EEBF-473D-EFA9E711F000}"/>
              </a:ext>
            </a:extLst>
          </p:cNvPr>
          <p:cNvSpPr txBox="1"/>
          <p:nvPr/>
        </p:nvSpPr>
        <p:spPr>
          <a:xfrm>
            <a:off x="625642" y="1451811"/>
            <a:ext cx="1038726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statement, balance sheet, and cash flow data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related to stocks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revenue, net income, free cash flow, and total assets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time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performance of different stocks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years and quarters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growth, decline, and financial stability patterns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stocks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640E99-AFB3-DDBD-4374-EFE9AC84F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30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B7791-54BF-FB9B-BC5D-C7C19FFC7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7EA3B8-7D27-F496-01EF-8E7A53EB27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4BB1F3-DE03-3537-CF6C-C4B8012418DA}"/>
              </a:ext>
            </a:extLst>
          </p:cNvPr>
          <p:cNvSpPr txBox="1"/>
          <p:nvPr/>
        </p:nvSpPr>
        <p:spPr>
          <a:xfrm>
            <a:off x="224589" y="30060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Problem Statement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B8B14-DD8D-2E1C-5259-5587C2B6D785}"/>
              </a:ext>
            </a:extLst>
          </p:cNvPr>
          <p:cNvSpPr txBox="1"/>
          <p:nvPr/>
        </p:nvSpPr>
        <p:spPr>
          <a:xfrm>
            <a:off x="288758" y="1451811"/>
            <a:ext cx="10724147" cy="3608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965" marR="1400175" indent="-342900">
              <a:lnSpc>
                <a:spcPct val="11920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32575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</a:t>
            </a:r>
            <a:r>
              <a:rPr lang="en-US"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US"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multi-year</a:t>
            </a:r>
            <a:r>
              <a:rPr lang="en-US" sz="24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  <a:r>
              <a:rPr lang="en-US" sz="24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4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Statement,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Sheet,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</a:t>
            </a:r>
            <a:r>
              <a:rPr lang="en-US"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reports.</a:t>
            </a:r>
          </a:p>
          <a:p>
            <a:pPr marL="354965" marR="1400175" indent="-342900">
              <a:lnSpc>
                <a:spcPct val="11920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32575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en-US"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lang="en-US" sz="24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</a:t>
            </a:r>
            <a:r>
              <a:rPr lang="en-US" sz="24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24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 —</a:t>
            </a:r>
            <a:r>
              <a:rPr lang="en-US"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Income,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4965" marR="1400175" indent="-342900">
              <a:lnSpc>
                <a:spcPct val="11920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32575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en-US"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lang="en-US"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en-US"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covering</a:t>
            </a:r>
            <a:r>
              <a:rPr lang="en-US"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lang="en-US"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</a:t>
            </a:r>
            <a:r>
              <a:rPr lang="en-US"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structure,</a:t>
            </a:r>
            <a:r>
              <a:rPr lang="en-US"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liquidity,</a:t>
            </a:r>
            <a:r>
              <a:rPr lang="en-US"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</a:t>
            </a:r>
            <a:r>
              <a:rPr lang="en-US" sz="24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4965" marR="1400175" indent="-342900">
              <a:lnSpc>
                <a:spcPct val="119200"/>
              </a:lnSpc>
              <a:spcBef>
                <a:spcPts val="90"/>
              </a:spcBef>
              <a:buFont typeface="Wingdings" panose="05000000000000000000" pitchFamily="2" charset="2"/>
              <a:buChar char="Ø"/>
              <a:tabLst>
                <a:tab pos="32575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</a:t>
            </a:r>
            <a:r>
              <a:rPr lang="en-US" sz="24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makers</a:t>
            </a:r>
            <a:r>
              <a:rPr lang="en-US"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sz="2400" b="1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</a:t>
            </a:r>
            <a:r>
              <a:rPr lang="en-US" sz="24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US" sz="2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trends,</a:t>
            </a:r>
            <a:r>
              <a:rPr lang="en-US" sz="24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</a:t>
            </a:r>
            <a:r>
              <a:rPr lang="en-US"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  <a:r>
              <a:rPr lang="en-US" sz="24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  <a:r>
              <a:rPr lang="en-US" sz="24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n-US"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4DF3AA-B9A1-B7A2-38EE-27C7C1C03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27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08333C-7F88-374D-EC11-D212892E4B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0" y="390525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D99875-8196-7942-7B19-CF0C9BED1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694" y="5899098"/>
            <a:ext cx="2783305" cy="9589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3FECEF-0A07-8B47-F047-1AA256621F84}"/>
              </a:ext>
            </a:extLst>
          </p:cNvPr>
          <p:cNvSpPr txBox="1"/>
          <p:nvPr/>
        </p:nvSpPr>
        <p:spPr>
          <a:xfrm>
            <a:off x="85725" y="67359"/>
            <a:ext cx="7791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C58BA-F900-A16A-166F-EC0184A68035}"/>
              </a:ext>
            </a:extLst>
          </p:cNvPr>
          <p:cNvSpPr txBox="1"/>
          <p:nvPr/>
        </p:nvSpPr>
        <p:spPr>
          <a:xfrm>
            <a:off x="352425" y="1038225"/>
            <a:ext cx="1138237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contains financial statement data of listed stocks, sourced from company income statements, balance sheets, and cash flow statements.</a:t>
            </a:r>
          </a:p>
          <a:p>
            <a:endParaRPr lang="en-US" dirty="0"/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Components</a:t>
            </a:r>
          </a:p>
          <a:p>
            <a:endParaRPr lang="en-US" b="1" dirty="0"/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Revenue, Net Income, Operating Income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Assets, Total Liabilities, Shareholders’ Equity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 Statement: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Operating, Investing, Financing Cash Flows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Annual and Quarterly data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listed stocks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73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C595F-9D4C-C530-5ED1-4FEF85446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0F1BDED-70D2-9506-9B7A-A6956FF157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4C2FDB-6C3C-D4FE-CBA9-F50382C99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3B51F1-2902-523A-090F-BD12B7CB9FA8}"/>
              </a:ext>
            </a:extLst>
          </p:cNvPr>
          <p:cNvSpPr txBox="1"/>
          <p:nvPr/>
        </p:nvSpPr>
        <p:spPr>
          <a:xfrm>
            <a:off x="123825" y="381000"/>
            <a:ext cx="9001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rgbClr val="C00000"/>
                </a:solidFill>
              </a:rPr>
              <a:t>Data Cleaning &amp; Transformation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4AD2A-7CD1-1320-3176-7979296BC156}"/>
              </a:ext>
            </a:extLst>
          </p:cNvPr>
          <p:cNvSpPr txBox="1"/>
          <p:nvPr/>
        </p:nvSpPr>
        <p:spPr>
          <a:xfrm>
            <a:off x="390525" y="1333500"/>
            <a:ext cx="1095375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Removed and handled missing or null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Corrected data types (date, numeric, currency)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Structured annual and quarterly data for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Created calculated measures using DAX</a:t>
            </a:r>
          </a:p>
          <a:p>
            <a:r>
              <a:rPr lang="en-US" sz="2400" dirty="0"/>
              <a:t>      Created measures like:</a:t>
            </a:r>
          </a:p>
          <a:p>
            <a:r>
              <a:rPr lang="en-US" sz="2400" dirty="0"/>
              <a:t>		Total Revenue</a:t>
            </a:r>
          </a:p>
          <a:p>
            <a:endParaRPr lang="en-US" sz="2400" dirty="0"/>
          </a:p>
          <a:p>
            <a:r>
              <a:rPr lang="en-US" sz="2400" dirty="0"/>
              <a:t>		Net Income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		Free Cash Flow    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E67C10-8B54-676B-AA8B-7609A325D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166" y="3039979"/>
            <a:ext cx="3409066" cy="6315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3D4950-F0B7-0324-BFCD-6A3B7C635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376" y="3834063"/>
            <a:ext cx="3328855" cy="716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2384B9-E0EA-9EDE-3B7F-02EF50CEED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377" y="4804635"/>
            <a:ext cx="3328855" cy="71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89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69198-D6A9-80D9-79EF-F280ED99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FBEC032-48EA-A81F-A290-32E6DA043A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9FE10F-EB9E-F213-B9F3-B690B9C8E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6B22EC-EA4F-4F4D-4B2D-81A52CD55CBB}"/>
              </a:ext>
            </a:extLst>
          </p:cNvPr>
          <p:cNvSpPr txBox="1"/>
          <p:nvPr/>
        </p:nvSpPr>
        <p:spPr>
          <a:xfrm>
            <a:off x="240632" y="216569"/>
            <a:ext cx="6946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C00000"/>
                </a:solidFill>
              </a:rPr>
              <a:t>Data Visualization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82988F-C8D4-14A3-1FD8-B12CA3D8A00C}"/>
              </a:ext>
            </a:extLst>
          </p:cNvPr>
          <p:cNvSpPr txBox="1"/>
          <p:nvPr/>
        </p:nvSpPr>
        <p:spPr>
          <a:xfrm>
            <a:off x="465221" y="1219200"/>
            <a:ext cx="11301663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visualizations were designed to present stock financial data in a clear and structured manner, supporting trend analysis, performance comparison, and financial evaluation over 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Visuals Used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Revenue, Net Income, Free Cash Flow, Total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Yearly and quarterly trend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/ Column Charts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Comparison across stocks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Detailed financial breakdown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Stock, Year, and Quarter-based filtering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357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EBBFCD56-F83B-625A-D8F7-97855E01B9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1734348"/>
                  </p:ext>
                </p:extLst>
              </p:nvPr>
            </p:nvGraphicFramePr>
            <p:xfrm>
              <a:off x="493295" y="1676764"/>
              <a:ext cx="10495547" cy="454757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EBBFCD56-F83B-625A-D8F7-97855E01B9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295" y="1676764"/>
                <a:ext cx="10495547" cy="454757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FFBF095-9841-4ED4-29BE-1FE2195C6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232" y="6100827"/>
            <a:ext cx="2197767" cy="7571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4A7B06-23C6-CD68-45FD-3725D7158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935AF7-6C65-A5CF-77A0-AEC9D407236D}"/>
              </a:ext>
            </a:extLst>
          </p:cNvPr>
          <p:cNvSpPr txBox="1"/>
          <p:nvPr/>
        </p:nvSpPr>
        <p:spPr>
          <a:xfrm>
            <a:off x="296779" y="320842"/>
            <a:ext cx="8333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Company-Level Financial Insights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4ED4E7-9B1B-C7DB-7470-6C577603105C}"/>
              </a:ext>
            </a:extLst>
          </p:cNvPr>
          <p:cNvSpPr txBox="1"/>
          <p:nvPr/>
        </p:nvSpPr>
        <p:spPr>
          <a:xfrm>
            <a:off x="296779" y="968878"/>
            <a:ext cx="990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dashboard analyzes and compares company-level financial performance of stocks over time.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9581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E7114-25E1-839E-C4C8-CFF96920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C6E50A5-5C4B-0FD5-38CD-640AF11563B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3971EB-B516-4D5A-FEBF-C009D7842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ECEEAD-6358-34AB-EC52-CAB666622646}"/>
              </a:ext>
            </a:extLst>
          </p:cNvPr>
          <p:cNvSpPr txBox="1"/>
          <p:nvPr/>
        </p:nvSpPr>
        <p:spPr>
          <a:xfrm>
            <a:off x="641683" y="1041338"/>
            <a:ext cx="1106905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What is the total revenue of each company annually and quarterly?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analysis reveals consistent top-performing companies, while quarterly trends indicate seasonal fluctuations.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2. Which companies have the highest net income annually?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Apple (AAPL), JPMorgan (JPM), Microsoft (MSFT), Alphabet (GOOGL), and Google</a:t>
            </a:r>
            <a:r>
              <a:rPr lang="en-US" dirty="0"/>
              <a:t> consistently rank among the top five stocks with the highest annual net income, indicating strong profitability and efficient operational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3.What is the trend of total assets vs total liabilities for each company?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companies show balanced growth in assets and liabilities, while a few have increasing debt levels.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4. How has the retained earnings changed over time for top companies?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companies show a decrease in retained earnings from 2019 to 2020.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9628C-2C67-C1E4-84C7-C38902BB8FE1}"/>
              </a:ext>
            </a:extLst>
          </p:cNvPr>
          <p:cNvSpPr txBox="1"/>
          <p:nvPr/>
        </p:nvSpPr>
        <p:spPr>
          <a:xfrm>
            <a:off x="641684" y="417095"/>
            <a:ext cx="2558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945566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1AB539E-7E74-1FBD-B390-870A0BB81E95}"/>
                  </a:ext>
                </a:extLst>
              </p:cNvPr>
              <p:cNvGraphicFramePr>
                <a:graphicFrameLocks noGrp="1"/>
              </p:cNvGraphicFramePr>
              <p:nvPr>
                <p:ph idx="4294967295"/>
                <p:extLst>
                  <p:ext uri="{D42A27DB-BD31-4B8C-83A1-F6EECF244321}">
                    <p14:modId xmlns:p14="http://schemas.microsoft.com/office/powerpoint/2010/main" val="3468901361"/>
                  </p:ext>
                </p:extLst>
              </p:nvPr>
            </p:nvGraphicFramePr>
            <p:xfrm>
              <a:off x="419100" y="1491917"/>
              <a:ext cx="10906626" cy="461170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71AB539E-7E74-1FBD-B390-870A0BB81E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100" y="1491917"/>
                <a:ext cx="10906626" cy="4611704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259681B-89BD-FA23-79A1-1C600892A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368" y="5987526"/>
            <a:ext cx="2526632" cy="8704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618793-F7E3-CF37-07CA-A441DDD790C3}"/>
              </a:ext>
            </a:extLst>
          </p:cNvPr>
          <p:cNvSpPr txBox="1"/>
          <p:nvPr/>
        </p:nvSpPr>
        <p:spPr>
          <a:xfrm>
            <a:off x="198120" y="662940"/>
            <a:ext cx="6118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 Dashboard</a:t>
            </a:r>
          </a:p>
        </p:txBody>
      </p:sp>
    </p:spTree>
    <p:extLst>
      <p:ext uri="{BB962C8B-B14F-4D97-AF65-F5344CB8AC3E}">
        <p14:creationId xmlns:p14="http://schemas.microsoft.com/office/powerpoint/2010/main" val="971210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CA3E3-5E79-B691-9E9E-AF7EDC73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991A40C-A935-3977-98D6-66230C3CD2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18C147-B65E-3549-234C-5F323C94E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9351EE-CFAF-203D-DDC3-39D1675B5C97}"/>
              </a:ext>
            </a:extLst>
          </p:cNvPr>
          <p:cNvSpPr txBox="1"/>
          <p:nvPr/>
        </p:nvSpPr>
        <p:spPr>
          <a:xfrm>
            <a:off x="254977" y="290146"/>
            <a:ext cx="671732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06F70-225D-A9C3-8DDA-BB1CAB2A5A66}"/>
              </a:ext>
            </a:extLst>
          </p:cNvPr>
          <p:cNvSpPr txBox="1"/>
          <p:nvPr/>
        </p:nvSpPr>
        <p:spPr>
          <a:xfrm>
            <a:off x="413238" y="1274885"/>
            <a:ext cx="1095521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1.How does gross profit margin vary by company and year?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profit margins differ by company, with a few companies remaining stable while others show a downward trend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Which companies have the highest cost of revenue?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Walmart has the highest cost of revenue, followed by BP and MCK.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is the operating income trend across companies?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income for most companies shows a steady increase from 2016 to 2019, followed by a noticeable decline in 2020, indicating a period of strong operational performance before a recent downturn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Which companies had a loss (negative net income) in any year?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BP, CVS, and XOM reported negative net income in some years.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85715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E7398C92-A145-03F1-3E36-3F9D765C53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123803"/>
                  </p:ext>
                </p:extLst>
              </p:nvPr>
            </p:nvGraphicFramePr>
            <p:xfrm>
              <a:off x="747346" y="1493077"/>
              <a:ext cx="9961685" cy="477583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E7398C92-A145-03F1-3E36-3F9D765C53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7346" y="1493077"/>
                <a:ext cx="9961685" cy="4775837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7F002E5-D301-EA1D-17DA-AD85D9523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2863" y="5921206"/>
            <a:ext cx="2719137" cy="9367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4A2A1A-09D9-E3FF-9E1C-CF2BE0AB24E6}"/>
              </a:ext>
            </a:extLst>
          </p:cNvPr>
          <p:cNvSpPr txBox="1"/>
          <p:nvPr/>
        </p:nvSpPr>
        <p:spPr>
          <a:xfrm>
            <a:off x="553915" y="422031"/>
            <a:ext cx="6866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Cash Flow Analysis 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734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B8DF-DB8E-DF61-2773-29A222D1A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58CDE0-E7F9-6467-3224-2886235371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0C82FD-75F2-22C8-1E59-66E46EBE8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535E90-C623-8DAF-F13D-269F5F18DE8B}"/>
              </a:ext>
            </a:extLst>
          </p:cNvPr>
          <p:cNvSpPr txBox="1"/>
          <p:nvPr/>
        </p:nvSpPr>
        <p:spPr>
          <a:xfrm>
            <a:off x="281354" y="465992"/>
            <a:ext cx="68404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6B269-CA63-6E35-8F53-D39BA9D2161B}"/>
              </a:ext>
            </a:extLst>
          </p:cNvPr>
          <p:cNvSpPr txBox="1"/>
          <p:nvPr/>
        </p:nvSpPr>
        <p:spPr>
          <a:xfrm>
            <a:off x="360486" y="1547446"/>
            <a:ext cx="1053318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companies by cash flow from operations?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Apple, Microsoft, and AT&amp;T are the top companies by operating cash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How do capital expenditures trend over time for each company?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trends differ across companies, with some showing sustained investment growth while others maintain stable or fluctuating spending levels.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Which companies have a negative free cash flow?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companies 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free cash 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certain periods.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usually happens when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expenditure is high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when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cash flow is weak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operating, investing, and financing cash flows differ across companies and over time?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in cash flow patterns highlight variations in operational strength, investment strategy, and financing approach across companies.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Highlight companies with increasing cash flow from financing.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JPM, BAC, SCHW, and GS exhibit increasing cash flow from financing activities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61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58E85040-CA2E-533C-FB53-0181E7C46D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7528636"/>
                  </p:ext>
                </p:extLst>
              </p:nvPr>
            </p:nvGraphicFramePr>
            <p:xfrm>
              <a:off x="376989" y="457201"/>
              <a:ext cx="10948737" cy="575911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58E85040-CA2E-533C-FB53-0181E7C46D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989" y="457201"/>
                <a:ext cx="10948737" cy="5759116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A25CAD4-5731-D4CB-3ED0-6B64A39DE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582" y="5935578"/>
            <a:ext cx="2677417" cy="92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22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9CABA-ABE8-18FA-43F4-169309898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639960B-C450-722A-A10C-D583F09367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DFA938-3787-E748-A679-7F33A3A0E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F2F4E1-B95B-6F18-8932-B816D2EAFBA2}"/>
              </a:ext>
            </a:extLst>
          </p:cNvPr>
          <p:cNvSpPr txBox="1"/>
          <p:nvPr/>
        </p:nvSpPr>
        <p:spPr>
          <a:xfrm>
            <a:off x="208547" y="272716"/>
            <a:ext cx="2951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77E7E-7CD9-4342-A3E0-718A71803544}"/>
              </a:ext>
            </a:extLst>
          </p:cNvPr>
          <p:cNvSpPr txBox="1"/>
          <p:nvPr/>
        </p:nvSpPr>
        <p:spPr>
          <a:xfrm>
            <a:off x="0" y="825407"/>
            <a:ext cx="116064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1. Top companies with highest total liabilities over time?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JPMorgan (JPM)</a:t>
            </a:r>
            <a:r>
              <a:rPr lang="en-US" dirty="0"/>
              <a:t> and </a:t>
            </a:r>
            <a:r>
              <a:rPr lang="en-US" b="1" dirty="0"/>
              <a:t>Bank of America (BAC)</a:t>
            </a:r>
            <a:r>
              <a:rPr lang="en-US" dirty="0"/>
              <a:t> consistently report the highest total liabilities over time, reflecting their large-scale banking operations, while </a:t>
            </a:r>
            <a:r>
              <a:rPr lang="en-US" b="1" dirty="0"/>
              <a:t>Goldman Sachs (GS)</a:t>
            </a:r>
            <a:r>
              <a:rPr lang="en-US" dirty="0"/>
              <a:t> and </a:t>
            </a:r>
            <a:r>
              <a:rPr lang="en-US" b="1" dirty="0"/>
              <a:t>Charles Schwab (SCHW)</a:t>
            </a:r>
            <a:r>
              <a:rPr lang="en-US" dirty="0"/>
              <a:t> also maintain high liability levels due to their financial services and investment activities.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A15F63-C9F7-B7CD-5CC5-D8919EA90D4F}"/>
              </a:ext>
            </a:extLst>
          </p:cNvPr>
          <p:cNvSpPr txBox="1"/>
          <p:nvPr/>
        </p:nvSpPr>
        <p:spPr>
          <a:xfrm>
            <a:off x="56145" y="2392820"/>
            <a:ext cx="114139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How does total debt compare to shareholder equity across companies?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Differences in debt-to-equity levels reflect varied financial risk and funding strategies across companies.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8A0AC4-E75A-35DE-55CE-5EF46D14D16B}"/>
              </a:ext>
            </a:extLst>
          </p:cNvPr>
          <p:cNvSpPr txBox="1"/>
          <p:nvPr/>
        </p:nvSpPr>
        <p:spPr>
          <a:xfrm>
            <a:off x="56146" y="3236493"/>
            <a:ext cx="1141395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Which companies are showing a declining asset base?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companies show a declining asset base over time, indicating asset sales, restructuring, or reduced investment </a:t>
            </a:r>
          </a:p>
          <a:p>
            <a:r>
              <a:rPr lang="en-US" dirty="0"/>
              <a:t>      activity, while others maintain stable or growing asset levels.</a:t>
            </a:r>
          </a:p>
          <a:p>
            <a:endParaRPr lang="en-US" b="1" dirty="0"/>
          </a:p>
          <a:p>
            <a:r>
              <a:rPr lang="en-US" b="1" dirty="0"/>
              <a:t>4. What is the debt-to-equity ratio trend for each company?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Debt-to-equity ratios differ across companies, with some showing stability and others increasing leverage over time.</a:t>
            </a:r>
            <a:endParaRPr lang="en-US" b="1" dirty="0"/>
          </a:p>
          <a:p>
            <a:endParaRPr lang="en-US" dirty="0"/>
          </a:p>
          <a:p>
            <a:r>
              <a:rPr lang="en-US" b="1" dirty="0"/>
              <a:t>5. How has the total assets of companies grown year over year?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assets for most companies show a steady year-over-year increase, indicating expansion and reinvestment, while a few companies experience periods of slower growth or decline due to restructuring or asset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85701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5F85F11C-8B6E-7BA5-E541-D7DB77C6A4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572921"/>
                  </p:ext>
                </p:extLst>
              </p:nvPr>
            </p:nvGraphicFramePr>
            <p:xfrm>
              <a:off x="535241" y="681789"/>
              <a:ext cx="11007053" cy="543025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5F85F11C-8B6E-7BA5-E541-D7DB77C6A49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241" y="681789"/>
                <a:ext cx="11007053" cy="5430253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743DA58-C778-A8B7-FFFD-211046468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020" y="5919536"/>
            <a:ext cx="2723980" cy="93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23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5F6D8-6AE0-BCC0-72D8-307EAD566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F1061D-9D88-C652-4B47-7F16008CBD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-113812" y="-444843"/>
            <a:ext cx="12191999" cy="6699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1C4B91-6E57-C274-5DCF-C2EBDA222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890D85-62B0-539A-25E9-3C939F1C0C05}"/>
              </a:ext>
            </a:extLst>
          </p:cNvPr>
          <p:cNvSpPr txBox="1"/>
          <p:nvPr/>
        </p:nvSpPr>
        <p:spPr>
          <a:xfrm>
            <a:off x="372219" y="603804"/>
            <a:ext cx="11447561" cy="1092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INSIGHTS</a:t>
            </a:r>
          </a:p>
          <a:p>
            <a:r>
              <a:rPr lang="en-US" b="1" dirty="0"/>
              <a:t>1. Which companies show consistent growth in revenue, net income, and assets?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Apple (AAPL), Microsoft (MSFT), and Alphabet (GOOGL)</a:t>
            </a:r>
            <a:r>
              <a:rPr lang="en-US" dirty="0"/>
              <a:t> show consistent growth in revenue, net income, and total assets over time, indicating strong financial performance and sustainable business models.</a:t>
            </a:r>
          </a:p>
          <a:p>
            <a:endParaRPr lang="en-US" dirty="0"/>
          </a:p>
          <a:p>
            <a:r>
              <a:rPr lang="en-US" b="1" dirty="0"/>
              <a:t>2. How do Revenue, Net Income, Free Cash Flow, and Total Assets vary across companies and over the years?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Financial metrics vary across companies and over time, with some showing steady growth and others experiencing fluctuations.</a:t>
            </a:r>
          </a:p>
          <a:p>
            <a:endParaRPr lang="en-US" dirty="0"/>
          </a:p>
          <a:p>
            <a:r>
              <a:rPr lang="en-US" b="1" dirty="0"/>
              <a:t>3. How did Revenue changes year over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shows an overall upward year-over-year trend for most companies, indicating consistent growth, while some companies experience short-term fluctuations due to market conditions and operational changes.</a:t>
            </a:r>
          </a:p>
          <a:p>
            <a:endParaRPr lang="en-US" dirty="0"/>
          </a:p>
          <a:p>
            <a:r>
              <a:rPr lang="en-US" b="1" dirty="0"/>
              <a:t>4. Which companies led in net income across the years?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Apple (AAPL), Microsoft (MSFT), and Alphabet (GOOGL)</a:t>
            </a:r>
            <a:r>
              <a:rPr lang="en-US" dirty="0"/>
              <a:t> consistently led in net income across the years, reflecting strong profitability, efficient cost management, and stable business performance compared to other companies.</a:t>
            </a:r>
          </a:p>
          <a:p>
            <a:endParaRPr lang="en-US" dirty="0"/>
          </a:p>
          <a:p>
            <a:r>
              <a:rPr lang="en-US" b="1" dirty="0"/>
              <a:t>5. How does the data vary across different end dates?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Differences across end dates highlight the impact of time and business evolution on financial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b="1" dirty="0">
              <a:solidFill>
                <a:srgbClr val="FF0000"/>
              </a:solidFill>
            </a:endParaRPr>
          </a:p>
          <a:p>
            <a:endParaRPr lang="en-IN" sz="4400" b="1" dirty="0">
              <a:solidFill>
                <a:srgbClr val="FF0000"/>
              </a:solidFill>
            </a:endParaRPr>
          </a:p>
          <a:p>
            <a:endParaRPr lang="en-IN" sz="4400" b="1" dirty="0">
              <a:solidFill>
                <a:srgbClr val="FF0000"/>
              </a:solidFill>
            </a:endParaRPr>
          </a:p>
          <a:p>
            <a:endParaRPr lang="en-IN" sz="4400" b="1" dirty="0">
              <a:solidFill>
                <a:srgbClr val="FF0000"/>
              </a:solidFill>
            </a:endParaRPr>
          </a:p>
          <a:p>
            <a:endParaRPr lang="en-IN" sz="4400" b="1" dirty="0">
              <a:solidFill>
                <a:srgbClr val="FF0000"/>
              </a:solidFill>
            </a:endParaRPr>
          </a:p>
          <a:p>
            <a:endParaRPr lang="en-IN" sz="4400" b="1" dirty="0">
              <a:solidFill>
                <a:srgbClr val="FF0000"/>
              </a:solidFill>
            </a:endParaRPr>
          </a:p>
          <a:p>
            <a:endParaRPr lang="en-IN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38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A1329-D429-2567-34D3-28350B96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B5755F-A0E6-1794-A2AB-E9BE6CF447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-113812" y="-444843"/>
            <a:ext cx="12191999" cy="6699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4B172D-0BA3-09E4-59E6-02E035569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5083C0-3DBA-145B-CCB0-1D4F7F140949}"/>
              </a:ext>
            </a:extLst>
          </p:cNvPr>
          <p:cNvSpPr txBox="1"/>
          <p:nvPr/>
        </p:nvSpPr>
        <p:spPr>
          <a:xfrm>
            <a:off x="258406" y="234835"/>
            <a:ext cx="11447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IN" sz="3200" spc="-14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3200" spc="-13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4C31FD-4245-EC54-9164-CDAC2DEFD3D4}"/>
              </a:ext>
            </a:extLst>
          </p:cNvPr>
          <p:cNvSpPr txBox="1"/>
          <p:nvPr/>
        </p:nvSpPr>
        <p:spPr>
          <a:xfrm>
            <a:off x="802105" y="1299411"/>
            <a:ext cx="1074821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investors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stocks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revenue, profit, cash flow, and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stock selection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identifying consistent performers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stock performance over 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interactive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financial risk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debt and cash flow analysis</a:t>
            </a:r>
          </a:p>
          <a:p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 stocks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steady growth in revenue, profit, and free cash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importance to companies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operating cash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Cautious with stocks having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debt compared to equity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review updated data to make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investment decisions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1073617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DF3A0-A133-758C-6BDA-E542A978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14418D8-22FA-03B5-6987-F0D246A67E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-113812" y="-444843"/>
            <a:ext cx="12191999" cy="6699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FDB85F-4D45-3F03-8802-E9D6C2062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647484-AA5B-C019-3326-96EF33F0AFE0}"/>
              </a:ext>
            </a:extLst>
          </p:cNvPr>
          <p:cNvSpPr txBox="1"/>
          <p:nvPr/>
        </p:nvSpPr>
        <p:spPr>
          <a:xfrm>
            <a:off x="484514" y="523594"/>
            <a:ext cx="1144756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CONCLUSION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This project successfully transformed complex stock financial data into interactive Power BI dashboards for effective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Key financial metrics such as revenue, profitability, assets, liabilities, and cash flows were tracked accurately over time.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High-performing companies and financial risks were clearly identified through interactive KPIs and visuals.</a:t>
            </a:r>
          </a:p>
          <a:p>
            <a:br>
              <a:rPr lang="en-US" sz="2000" dirty="0"/>
            </a:b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 use of Power BI, Power Query, and DAX ensured accurate, dynamic, and insightful visualizations.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Overall, this project demonstrates how data-driven analytics can support better investment and financial decision-making.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135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FBD6D-8DF5-A856-A113-C9416A1A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87E94B-B8EB-B904-5441-EAF59DFD2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5650392"/>
            <a:ext cx="3505200" cy="12076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3BE551-9689-00ED-061C-507DD1083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90" y="649706"/>
            <a:ext cx="10724147" cy="483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447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webextension1.xml><?xml version="1.0" encoding="utf-8"?>
<we:webextension xmlns:we="http://schemas.microsoft.com/office/webextensions/webextension/2010/11" id="{E3E154A0-0B15-4F10-822D-22333BBA0F96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E6F3FF&quot;"/>
    <we:property name="bookmark" value="&quot;H4sIAAAAAAAAA91ZTVPjOBD9Kylf5pLasvwdbkNgaqdqlmUINVtbWxxaUgs0OFbWlhmyVP77tmWHj5BAyEAyBSdbkluvXz91d8SNJ3U1yWF6BGP09rx9Yy7HUF72mNf3inZMSSUinkSBzzCTEU8xymjWTKw2ReXt3XgWynO033RVQ94YosF/PEwHkIWZr+KMhyFimmahd9b3IM+P4bxZoyCvsO9NsKxMAbn+D1sTNGXLGmd9D68nuSmh2WhkwWKz2RUtp3cCxn4LCQcIq69whMK2o1GSsBiyKOGChaEvkySWtKxqFzi8S5c0pt32Q1NY0AVt04z5cZj4qBgyxeM0EIqlohlXOrfdEj49vJ6U5DMxMZ00lA0J67kptYDcc16UWLWgb7yhyeuxezp8MD4ydSnwBJWbKqy2U7J0QJZ6p8Bz7HkzYuS4NMSXm/paQ0kQ3PCF+TEskdaSH/7sjEYqXZznHaF3vp22+KpcC/qSgsi/Ey/OizFSEJsHCRacM5N2L43tvJFuGp2vN94XTZu3tr9BXjdmPxzQF9L8KD4QKPo7a6C18SHc3+9FwH1RuV3egA/al6bCOGBSSDVAkh/EqMIg2GLkPpHjnwthxuikO8bCLiKurBGXS+LX3w2cYyy1kU/i+SivoBAoH4H5A6GqS3xFNKfGQt47wSssSFwbiFzkdUWBRtkSNbwgeTyQPBkwpcRyf+oUcKDLeRIJ+gtevL17s7MVR6WTwHSDw/ICCbZHJguyKONMZkEsM0DwpRw0Fp/k2eK15eb6IbXOWsIVF0ImGCrIEsHiOFl9ALtqE2PIAhQyHagoDOjwMqbI9DYT698Iy7Jq/xZjlGLICabPpU9FcZDxIL7DeGomR/TWeumS3bxikaw+lWbs3O0KblXzf2uk6C4qbjSfoOev84enLMmmZN+5p8dDM55A0VhuA+U86Bar+2sbmXDIm4M9ukC0v2tSRXn/Q9LmCHOK7foibF9aXAv8zoHR6ByOxpwSD23z56seyFsQahHDCboaL3uHUBak7qo7ghQ8by928m2dD+6xtgbFZOKvC2yAOaIKqW0H7PMCYy+ofutw6cA3cl799a3WuuL8kwfozv2VmLZTSJZpd41wv7ig5GRh21VkQ9/eopo8nzG7IsJhwFikWCIxjPzYT0Bts2PeQJfvuWFeg44ubirxuZ9GfpCqDCMQ4RpxW3mOt1CNd5NK2sbtY1WhXZZFdozriwauc+00+H5S3ALnu8xuAlBkGfhhOuA+DFAMAJ5taiEB6oFDzJhEX8QpsnCw84bxUQ+4+FPhdfq/R61X95Njh83fEdpe6+w6Xd/LeHrD7m8Vk1tv/V7lamOLVwkP4r35PcI+lL/YJcIjIe/8BkFIYH6EYRgwDCT4URL4v24T8Z77vjXr2dJr+u116z9zLbmz6O1DpcX90K3IAGwxA7wdNysP/8YCesnuZ46K2XKiTW2rCQg8hgKXEE5EQyFRPkN68x+hW8Zns/8BJXbLh7kaAAA=&quot;"/>
    <we:property name="creatorSessionId" value="&quot;946f5d16-fa8e-43b3-989a-0983766a8351&quot;"/>
    <we:property name="creatorTenantId" value="&quot;b6661f50-aa0b-405d-b5b6-fc09fc892c58&quot;"/>
    <we:property name="creatorUserId" value="&quot;1003200573A1376B&quot;"/>
    <we:property name="datasetId" value="&quot;28ded262-cdda-4432-a783-b5fa354dacd5&quot;"/>
    <we:property name="embedUrl" value="&quot;/reportEmbed?reportId=baad8fbb-6300-4e07-8ce5-176b8a90bc3d&amp;config=eyJjbHVzdGVyVXJsIjoiaHR0cHM6Ly9XQUJJLVdFU1QtVVMz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91ZbU/jOBD+K1W+7JfqFMd5K9+gsLrVLi9L0Z5Oq+o0sSfgJY17icPSQ/z3mzgpL6WFUqBF8CmxnfEzzzyemZorR6pynMHkAEbobDk7Wp+PoDjvMKfr5O3Y4eHX/e3jr/8cbO/v0bAeG6Xz0tm6cgwUp2h+qLKCrLZAgz+HXQey7AhO67cUshK7zhiLUueQqf+wWUxTpqjwuuvg5TjTBdQmBwYM1mYvaDm9097sD047gjDqAgcoTDPqhyELIPbDRDDOXRmGgaRlZbPAIpu7pDZtt+/r3IDKaZt6zA146GLKkKVJEHkiZZGox1OVmXZJMtm7HBfkHfk8Gdes9AnrqS6UgMyxXhRYNqCvnL7OqpF92rs3PtBVIfAYUzuVG2UmZGmXLHVOIMmw41wTI0eFJr7s1PcKCoJgh8/0736BtJb8cK+HNFKq/DRrCb317aTBV2ZK0JcUruQX8WK9GCGFq36QYMA6M272UtjMa2mn0fp65XxTtHlj+wdkVW320y59IfXv/BOBor9hDa2JD+H+dScC9ovS7vIGfNC+NMUDj0kh0x5yjhBgyj1vjZH7TI5/yYUeoZXuCHMzi7g0WpzPiV93M3COsFBaPopnW15ALlA+ALOPUFYFviKaE20g6xzjBeYkrhVELrKqpECjbIjqn5E87kmeDOhCYrEzsQrYVcU0iXjdGS/e3r3r4YKj0kpgssJheYYEmyMTe7EfJ0zGXiBjQHCl7NUWH+XZ4KVJ9OV9aq21MEkTIWSIPIU4FCwIwsUHsC0oAXLmoZBRL/W5R4eXsZRMrzOx/o0wL6t2bzD6EfKEYLqJdF2GvTjxgluMJ3p8QG+NlzbZTSsWyepzoUfW3bamllXyb4UU3VnFDaYT9Px9+vCYJVlX5Vv31KivR2PIa8tNoKwH7eL07tpaJglk9cEenCGaPxWporj7IWlzgBnFdnkRNi8Nrhl+p8BodApHYUaJh7Y5fNUDeQMincVwjLbGy84eFDmpu2yPIAXP2QqsfBvnvTusLUExmfjrDGtglqhcKtMC+zLD2DOq3zJcWvC1nBd/faO1tji/8ADdur8Q03oKyTztLhHuZxeUjCysu4qs6NtbVJOnM2ZbRBLoMeanLJTIfTdwQ0jX2TGvoMuP3DAvQUcbtzR0EzfyXS9KY/RB8CXitvAcr6EabyaVNI3bdlmimZdFNozrm4JEZcpq8OOkuBnON5ndBKCIY3B51Etc6KHoATzZ1EII1ANzjJlEVwQRMt7beMP4oAec/anwOv3fg9ar/cmxwebvAE2ncXaZru95PL1h97eIybW3fq9ytbHGq4R78V79HmEHind2ifBAyBu/QRASmOsj5x5DT4Lrh577fpuIj9z3LVnPMOpBzGM3DeKEc8Qoivkau/WXXEu+LHqnmDdheRDA20K8XEl+vwXihjra90ZJP+dLcjvPiblakMNhI0n72QtEvgOlEncVviBRstlE+XYSWpgjVz5nz9ndcmqJmKNHXZlyDAKPIMc5hBPRkEuUT5Be/+PMsXvQSVBtT7DE+hbc/1sOH4zzGwAA&quot;"/>
    <we:property name="isFiltersActionButtonVisible" value="true"/>
    <we:property name="isVisualContainerHeaderHidden" value="false"/>
    <we:property name="pageDisplayName" value="&quot;Company Financial Overview&quot;"/>
    <we:property name="pageName" value="&quot;46615a846bc1330d665d&quot;"/>
    <we:property name="reportEmbeddedTime" value="&quot;2026-01-01T09:30:43.951Z&quot;"/>
    <we:property name="reportName" value="&quot;Power BI Projects_Innomatics&quot;"/>
    <we:property name="reportState" value="&quot;CONNECTED&quot;"/>
    <we:property name="reportUrl" value="&quot;/groups/me/reports/baad8fbb-6300-4e07-8ce5-176b8a90bc3d/46615a846bc1330d665d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9889531-0D99-499E-92D4-75C162352479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E5F3FF&quot;"/>
    <we:property name="bookmark" value="&quot;H4sIAAAAAAAAA+1a3W/bNhD/VwwBQ1+MQaS+87Y461BgTdMkyDAMeTiRR0etLHoSlcQN/L/vKNmp51qxnU83SJ4k8nTf97sjnRtHZtU4h8khjNDZc/a1/jqC8muPOX2naNfCFGM3RlfyMJZ+EMTcDWhXj02mi8rZu3EMlEM0Z1lVQ24Z0eI/530H8vwIhvZNQV5h3xljWekC8uwbtsS0Zcoap30Hr8e5LsGyPDFg0LK9JHJ6JxXYrx5JBGGySzxBYdpVz5MuizgEfiIS7jHwmU9kVUvQaLaSxLJuxA90YSArSIxd45GvXD9SoWQiTFyyWqR2XWW5mZGkk9+vxyVZdzN3jsLQD4MYwyCQvp9GIgmtc8xkbHdP9fiQ3loOlsHZ3CTed96XetSwmvm+qtN/aywn9IGVglVLeeOczDfo+fP84S5O0rIoTGaI0jnIRgM9GkNhGZ82ernT/i2tWqR9Ty7+UAg9wiYIIyzMwkcU0hPMybuNrIHO61Gj35K2ui4FHqP6/tKoNKUoH5WacqARNdeJVueaZJgTGUn5VEos9yeNmIOsnAecLzvmI0JVl7ipDupHHSrT06p3jJdY1EjbVjoFzdkLppa2tZwvuGu9a4nDXxdotWqcVMjMzLT6sOSt6lH92KgOaY7dH99m2NT+nbdltyByI1VWWd+pU9+50FeDEimZ5CzvZqXxm7yEQqD1J94jqHem7NowL6tlXVFlxTCf4dJ3iGij6oi8rqiEUbYuGlxAaStDp18oOS00EAP9qFn7MANtMrRwSWRfFgBxQCyGupxsnnpbxfu8KRvflQGLBESRdAMpXBUksBZJATmImAH3Yj9gEsCN3JdHUraDUMp2EUs/0QO172LYa63eCEzXe/eJ0bTbla8FTrdUgjj3GrN7y1r8jVDuCqKvSLatIT2nwW/HcLyjhh4dyNcGeQbjMWPI0zRkyMIQYi5TrxvGZ1kw0ysT5PLnL4i1Ua/yTFADWQy5M0I6vtgHCQYaW8atrAzbfS2bbWxMvXH+zMj8lvcZ5LVl++6AvpD6qng3B4NpR9yaL7bAqnu031j5gacksFBFKfXhSARsbdxeDEBec8g2LDQIVeAlCRcQcharhDM/es5C61bzc00AiW9h+9EfbeRS7oeuD17Eg9R1eYgKmlK70zMGr02qr//fdxpuEHgiChMVphzjWAYBu2NufvQ82KBDHWGZablL6bAPVSYWc6GjfbPl9v10vuns2ffOyG2kt4kpWSpEECaQuqAAPDqIBbvbA/o7Mj68yDB7iOYBY+w4u9SmPahsNsc+sBA2cWv30NqIeqJW2neO9dXTTlbohVwJlfKEpZFAJoVaf7EhfIhZwNMopoHa54CSx28XGz/NxcapNpBvdUX8dqvxdqtxn0bwR6mrqkcLKjO9j1AOs6L3yyu52uiy7SXvN5SXqIgz5kZcxEJ6oevizzAjPWNKLoPfTij1sIGpKY6ln3P0KNU7VjCr2s7LFEpTK6tObbo21RgEHkGBK05vlAZQSBuVO09w9h8Abo9v0+l/2EbfmZIgAAA=&quot;"/>
    <we:property name="creatorSessionId" value="&quot;06cc8459-ee2f-4fcf-9c24-19fac0cb8dc4&quot;"/>
    <we:property name="creatorTenantId" value="&quot;b6661f50-aa0b-405d-b5b6-fc09fc892c58&quot;"/>
    <we:property name="creatorUserId" value="&quot;1003200573A1376B&quot;"/>
    <we:property name="datasetId" value="&quot;28ded262-cdda-4432-a783-b5fa354dacd5&quot;"/>
    <we:property name="embedUrl" value="&quot;/reportEmbed?reportId=baad8fbb-6300-4e07-8ce5-176b8a90bc3d&amp;config=eyJjbHVzdGVyVXJsIjoiaHR0cHM6Ly9XQUJJLVdFU1QtVVMz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a60/jOBD/V6pIp/1SneK8wzcou6fVHo8FxOm0QqeJPS7ZTeNeHkAX9X+/sZNCr7S05dlF8CmxJzM/z+Pnscu1JdJymMFoHwZobVk7Sv0YQPGjw6yulbdjBwdf9raPvvyzv733kYbVsEpVXlpb11YFRR+r07SsIdMaaPDbWdeCLDuEvn6TkJXYtYZYlCqHLP2JjTBNVUWN466FV8NMFaBVHldQoVZ7QeL0TrbZ7y5ZBF6lF3iMvGpGXVfYLHTA92IeOy4Dj3kkVjYCBtlcEa3amO+pvII0JzN6zAk9aXuhDATjQWwnGPFEj8s0q1qRZPTxaljQ6q4nXpEYeIEfYeD7wvOSkMeBTxiq0VDPnqjhPr01GrSC08mSnK71qVADo6p1elkn/9ZYjOgDbQXLRvLaOp5M0PPXycN9moRWkVdpRZLWbjroqcEQcq34xOCyx90bWTkt+4lc/DnnaoAmCAPMq6mPKKTHmJF3ja2eyuqBwTeDVtUFxyOUty8G0piifFgoygFjaoKJRidIUsxIjKwcFAKLnZExs5sWk4A7s47ZQyjrAlfFIO9iKKuOkp0jvMC8RprW1ilo1pY/1rLNyp0pdy13LWn46xw1KuOkXKRVi+rzjLfKJ/WjgQ5Jhos/vsmwsf47a8puyuRKUOatfiGmrnWuLnsFUjKJNu/a0tgWF5Bz1P7EBwT13pRdGuZZWNoVZZr3s5aXbimiiarFs7qkEkbRuKh3DoWuDJV8p+TU1EAK1JNm7eMWqJOhoUsS+z5FiD1S0VfFaPXUWyveZ6ZsPFv4LOQQhsL2BbelH8NSJgV0gEcMHDfyfCYA7NB+fSZlG0ilbBO59IAeaPvO+51m1SuR6XLvPjObLnblW6HTNUGQ5o5ZdmcWxd8IxaYw+pxkW5vSM2r8NozHF9TQkxP50iC3NB4xhk6SBAxZEEDkiMRdTONtFrS4Uk4uf/mCWBr1Mks5bSDTIbcGSMcX/SCgArOWYWMrxWZeCTONZqnX1p8pLb/RfQpZrdV+2KUvhLrMP0zIYLwgbuaLNbjqAdtvJD3flQJYIMOE9uGQ+2xp3F6NQN5yyFYsNAik78axwyFwWCRjh3nhSxbaYphfayJIfA/bXX80kUscL7A9cEPHT2zbCVCCKbV7PVPhVZWoq//vO0Yb+C4Pg1gGiYNRJHyf3dM3P3kerLBDHWKRKvHk6dDHvInznYy4bfhXa/3X68GfsbW80yDfuI7s3qTmt/k5vp3n5Dmd4WdnTY6bzx5RNTtQpny6ZBZ0OWy2y3m+FFrY2jy4cNex3tSvYAnnfhBDYoMEcOm86m/uVtndkC7rVXr+fawe0e0P0wtVNee51dr9RxbCKm5d3NsbU8/UcXStI3X5vA0ouoEjuUycmCUhRya4XH7/wz2ImO8kYUTnDs8BFE70fv/zy9z/nKgKsrVu0t8vf94vfx6yEfxRqLLs0IBMq84eFP007/z2Rm6AFq3tNa+BpBvL0GHMDh0eceEGto2/Qo/0gik5S34bAepxDZMpjplfvdQgURtWMPO2ndcpFFMr8w63qq7KIXA8hBznnN4oDSAXOir3nuD0/0lYxgaFKW23phXkW3D/AZprR/viIQAA&quot;"/>
    <we:property name="isFiltersActionButtonVisible" value="true"/>
    <we:property name="isTitleSuggestionsDialogDismissed" value="true"/>
    <we:property name="isVisualContainerHeaderHidden" value="false"/>
    <we:property name="pageDisplayName" value="&quot; Income Statement Focus &quot;"/>
    <we:property name="pageName" value="&quot;33d0172a549c9231a414&quot;"/>
    <we:property name="reportEmbeddedTime" value="&quot;2026-01-01T09:23:33.376Z&quot;"/>
    <we:property name="reportName" value="&quot;Power BI Projects_Innomatics&quot;"/>
    <we:property name="reportState" value="&quot;CONNECTED&quot;"/>
    <we:property name="reportUrl" value="&quot;/groups/me/reports/baad8fbb-6300-4e07-8ce5-176b8a90bc3d/33d0172a549c9231a414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135217D9-E2E1-4796-A44B-680FA2FFD092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E8F4FF&quot;"/>
    <we:property name="bookmark" value="&quot;H4sIAAAAAAAAA+1ZUU/jOBD+K1Ve9iU6xUmTOLwtBaTVscAB2tNpxYNjT8C7aZxzXKCH+t9v7IQC3ZaGhS7V6Xhy7Ml45ptvPjvlzhOyqUs2PWJj8Ha8XaW+j5n+PiCe71XtHJAgpjErYsqGhEd5QHK7qmojVdV4O3eeYfoSzBfZTFhpHeHk1wvfY2V5wi7tU8HKBnyvBt2oipXyH2iNccnoCcx8D27rUmlmXZ4ZZsC6vUZzfMYQyG8R7si4kddwBtx0s/kwixOeBHk25CmlOVCKZk1r4CJbamJdu+1HqjJMVriNs6VQBBCRIU1oECd5IsDZFrI0nUk+3b+tNWaHOU9rC85Hcc0qDsJzKWho2ojvvJEqJ2M32n8yf6YmmsMpFG6pMtJM0c0epjw4Z3kJA2+GcJxohWC5pb+AaTd3pW5GGtBQeDvB7AJnGlldlh2UD1mdt5E1peSgbaHyb4iIi38MWCg7EMwwl0bdbiShXVfCLYPL8s47lJh56/sLKyfW7Yc9fEOom+oDBoV/Fza0tjIY9LdH2Ls3GrfLW4OBm+I84XFaBJwmyM0iHVIehfHago3Q+aXSkmNafmfqor0nW+h7B1qN3TtdV9jqPkQnxyM1rlk1xdkWa6yG7/15BRq6bCshTZfip4W0XwBI++D2X4DhPoCZ3XiO89flBfs4+vzBWa5eP11jcLRm/Xidg9N9Z3DhCPPKVnnAfyUqi83iv3+/9gjhM7BmoqFvDAfYdZw1V0WpbpxmjqEyP2DCamlYOUCHYFlp/f+EmJSokqMrps0TPcG3lBagd6eO1HtS32szNtH+hmtsqb9Ud7oOn25QeYYcD5MkHzIxzEQaCg40s46exdDArcnV7VMErTfKCxalPA5JkhEWFXFKg9U61p3KBQAjRZyllMVBSuJcBJZRHcfOVX3UW96aSf73BLTVswWQ7hdw/Mf94HVC6c9ti8e2y7n8RF/PoETQ3lQ9/XksEko0w12Oe/K5X6/OYygWYziQFYoA0mUwwrQHB5h3x2ksnbcTO2K02YePQNvuk8h1zuqX5zzrLg5beQ5sQoSXF/vFInyDlhqv0uWrlPjXJbgRhe5R9VajsyDMMyAxCbIsFCIJh0G6VlWDPKEkLCAVPOIxTQUK7IOqPiJNP2V9qcat6FyXmpbN4tPvskLmRL53CIV5E1XSAAscPZWXV2bFt0BwuKqVN0KyH4Pb4lve0++MXy10a7WkltfKtHrdT0fIe97o3FYb+pREiqubn/LdX4qGIQ1JnhZZSmgowiiOnrngbQWB3umkPMYBM+tOyq0+xt8puE/VNTRrkVurC7ycNMhJEC3Ftu6msZwg73zTSIJAMEpoDkHCsiQpwmzL2/u//Oth77pxkuaJ/ck3yhOSk4IE0bbXbatlub+47DL9v7KsZagj6bL+UxPT1IzDCatgSR8iH1glbE2e7UX7n5d5F85m/wLlO1uaCxoAAA==&quot;"/>
    <we:property name="creatorSessionId" value="&quot;e4428bfa-5560-4f1d-b7f0-7e51bf373880&quot;"/>
    <we:property name="creatorTenantId" value="&quot;b6661f50-aa0b-405d-b5b6-fc09fc892c58&quot;"/>
    <we:property name="creatorUserId" value="&quot;1003200573A1376B&quot;"/>
    <we:property name="datasetId" value="&quot;28ded262-cdda-4432-a783-b5fa354dacd5&quot;"/>
    <we:property name="embedUrl" value="&quot;/reportEmbed?reportId=baad8fbb-6300-4e07-8ce5-176b8a90bc3d&amp;config=eyJjbHVzdGVyVXJsIjoiaHR0cHM6Ly9XQUJJLVdFU1QtVVMz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Z227bOBD9FUMvfTEWuli3vCVOAhS5bhx0sVgEBUWObLayqKUoO26Qf98hpSSOa8VK62yM7fqJIkfDMzNnDmn7zmK8LDKyOCdTsPasAyG+Ton82nOsvpU3cxcXJ2f7Vyefz/fPjnBaFIqLvLT27ixF5BjUJ15WJNMecPKvm75FsuySjPVTSrIS+lYBshQ5yfg3qI1xSckK7vsW3BaZkES7HCmiQLudoTk+497Obx7uSKjiMxgBVc1sMoj9gAZ2Eg9oGEUJRBGalbWBQbbWRLs22w9FrgjPcRtjG0Fqg+cMoiCy/SAJGBjblGeqMUkWR7eFxOgw5kWhs7LPZiSnwCwTgoSyRnxnDUVWTc3o6Nn8SFSSwhWkZilXXC3QzSGG3LsmSQY96x7TcSkFJsss/QlEmrmJmA8loCGz9uz7G5wpeT7OmlQ+RXVdIyszTkHqQiVfMCMG/xSwUHrAiCImjKLeiEO9LphZBhPlnXXKMfLa9yeSVdrth0N8g4l5/gFB4edGQ6srg6C/LOXevFGaXbadDNwU5x3qh6lNo4CkfhoOIuq5/u4WrP8IYYhTYyE5xcz+JAo+HYppQfLFKojl6TYcrak4A1JWErqiOMbyU1JO0kzMTfNOIVffASIFVyTroUPIGVfa/w+wOsN2HU6IVM+IjW8JyUAeLEypD7l8EAm3vxLCvxfb/U1LYzT1X7xhawwoql2QDAgbxCx0GYUo1o5ezK2CW5WI2+eZ1d4imhIvpL7rBLFDvNQPI7u90ZrzIgUgTurHYUR8O3T8hNmaaQ33rkVxjk+1B6MWD2KPFTuWYmpcNcdRWSV/V4AJWy3m6GEBx78/DF7ypBGs656+VefAtEdjmy7brufB02tY6xFkmLTuRa0fDKi25u0/YuGQoRnucrFVnj9iSFcxHPMcxQHp0hti2L1jjLvhNJbO2vMNMero3aWkbU4wevhjAhqZSZTulwbZx5WMveLs6JBLA113TvvLjzxrTrZfRpzXF/vV4jxHS4l3vWznFLqdzVtX6A5VrzU6tt0kBsd37Dh2GQvcgR1uVFU7CSLHTSFk1KN+FDIU2CdVXSJNN2V9rca1dK4JTfJy9emE58gcr2+dQqq2okoSYIWjV3w8US2XVfu0rZXfhGTfg3t1d/8qt9CNWlLwmVC1XnfTEWdVR7YfRLtemK3e6LsOUlzMf8h3dykauJHrJGEah07kMtfzvRcueDtBoHc6KS9wQNSmk3Knj/F3Avcxn0G5MXMbdYFmVYmcBFZTbOduGusJ8s43jcC2GYmcKAE7IHEQpG684+39X/55q3PdqBMmgf5N0ksCJ3FSx/Z2vW47LcvdxeWAyP+VZSNDDUnX9Z+oVFkQCpckhzV9iHwgOdM1ebEX9V8DltkDi8Sbb+4d7Btw/wDPyjQJ1RgAAA==&quot;"/>
    <we:property name="isFiltersActionButtonVisible" value="true"/>
    <we:property name="isVisualContainerHeaderHidden" value="false"/>
    <we:property name="pageDisplayName" value="&quot;Cash Flow Analysis&quot;"/>
    <we:property name="pageName" value="&quot;1b4956c60b94c788be88&quot;"/>
    <we:property name="reportEmbeddedTime" value="&quot;2026-01-01T09:26:55.006Z&quot;"/>
    <we:property name="reportName" value="&quot;Power BI Projects_Innomatics&quot;"/>
    <we:property name="reportState" value="&quot;CONNECTED&quot;"/>
    <we:property name="reportUrl" value="&quot;/groups/me/reports/baad8fbb-6300-4e07-8ce5-176b8a90bc3d/1b4956c60b94c788be88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65A114EA-DFEE-4F95-8B29-01528C3D52CA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EAF5FF&quot;"/>
    <we:property name="bookmark" value="&quot;H4sIAAAAAAAAA+1ZTXPbNhD9KxpectF0AJLgh2+x7Ew7k6Zu5EnH0/FhASxtJhShkJBj1aP/3gVIyR+RbcV1IqXjGwksF2/3PSyW5FWgy3ZawfwdTDDYC/aN+TSB5tOAB8Og7sYQuczCmKeRwEhrzCQmNGumtjR1G+xdBRaaM7QfynYGlXNEg38HBddaMRUnPFR5xjnkkgenwwCq6gjOnE0BVYvDYIpNa2qoyn+wc0FTtpnhYhjg5bQyDbiFxhYsusUuyJzuCRj/JSIcoGx5gWNUthuN8jyTBSapRIUsi8JC52TWdgYe71oT59ovPzK1hbKmZdwY03mcFXGaRwkXTOSxKIQbb8v6rOoBXz97PJ+6lFm8tNJcuizJj7Sw87RYUEAikUoIDiyGJIeCx7xbuSgr2y8o54eX04YySHntvL3WF1Ar1IFPSINtF/9VMDLVbOKvDm+Nj82sUfgeCz9V29LOyc0BJXBwDLLCQeCwHDWGUu+nThAaP3ZuvowaJEMd7LHF8HEIvyO0swY3xfCG2JJQOV/jc0T7a9la08zv4jlAaQfWDA4/z+i5wXungDX4TmnkQR4qonF0Do29zQTdNBqb/bnP8kHZLMUTDu9E8UPDW5wu1Uy2H2/odUQBnzk/Du5zk37qhUlyTCFNYwVFVGhNuyPHR4XZ4yoVpf4/arOcjMxkCvVXubo5/I3st1WpsLlFfTBBKlXuQoMFH8u0W6vEbt5oP40+1KvgbUnhd74/QDVzbl8d0BPafKlfOc48ay1WSwl95bG1lCA79kDH3u4R/74s9q49Nesk4Y3bpwhig0z3ksjDKIvTWAumJI8YD4tsxyWxtYJ1bCxUg7clyLIqPfM7BG5MFRDPTUUlry85T9lNqpq1xDvqjsYdLKvrSPguNXXjLaSB5bRvII8iHaHIWRLy+7dQ329xLTGSIi0gEbGQLATGKNG9do7N9B3ddR58JVj2Q5TlN42ZeFd9O9fO5OcZUpB3CRgvJ+j6z+XFQ56cVtclYBh08vDy7m2Lm7b3cXf9IDG0rIubUtHdeFj3MTBcoSmxIjNa5Y9nVecKQ7GpDom6YE94YXSxhzeS9niCycNf5+hw+TTVurQ9rt/u5OsbzoUNMumhuw7i/odXOutPrZfK/8Taug/NS2HdoLBiiIqlGDNIwlCELIpVtLvvUTvTqX6HdnLD9wukQy1hTCgh86IoMobigfeL/iSk15FESgGpRhnFIpU8K65Pwq1s9Ndti/ae7q5HzXgUp6mMhApjxZMoTDDfTdT8Buqs0AkA6pyBzriOMxVnG6D+AZ8glm0RixSg0IhJruKcRciSl7bop2uLVlJcdUScvbREz98S8Z/269ganWzrq9jab9g722ZsuQfuGBucmJMBqao+w/9tJ7wu0u3J1Ct1XeNoZradgsIjqHFNA0nKgFo7Xh5sIt2vmFX7uFj8C+NCZAgyGgAA&quot;"/>
    <we:property name="creatorSessionId" value="&quot;d1d8ec7e-841d-4fdd-8e4e-e8da40f68ac2&quot;"/>
    <we:property name="creatorTenantId" value="&quot;b6661f50-aa0b-405d-b5b6-fc09fc892c58&quot;"/>
    <we:property name="creatorUserId" value="&quot;1003200573A1376B&quot;"/>
    <we:property name="datasetId" value="&quot;28ded262-cdda-4432-a783-b5fa354dacd5&quot;"/>
    <we:property name="embedUrl" value="&quot;/reportEmbed?reportId=baad8fbb-6300-4e07-8ce5-176b8a90bc3d&amp;config=eyJjbHVzdGVyVXJsIjoiaHR0cHM6Ly9XQUJJLVdFU1QtVVMz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Z227bOBD9FUMvfTEW1F3KW+Kk2EWby8ZBF8EiWAzJUcJWFl2JSuMG+fcdUnJudRw3mzbuIm8SORqemXM4HNqXnlTNtITZHkzQ2/C2tP40gfrTwPeGXtWP7e+/2908fPfP3ubuDg3rqVG6aryNS89AfYrmg2paKK0HGvz7ZOhBWR7AqX0roGxw6E2xbnQFpfqKnTFNmbrFq6GHF9NS12Bdjg0YtG7PyZzeaW3/t5BWBGHUOY5RmG40zPOMF5ikHAWyLAwKmZNZ0xk4ZAtNrGu3/EhXBlRFy9gxJvMoK6I0DxM/ZnEexUVsxxtVnZY94Jtvj2ZTmxWDF4brC5sP/pEWtp6uriigOOEijn1gESQ5FH7kdysXqjT9gny2czGtKVeUwc7bpjyHSqD0XEJqbLr4L72RLtuJe9q5Mz7WbS3wEAs3VRllZuRmmxI4OAJe4sCzWA5qTal3U8cItRs7019GNZKh9DbY1fBxCLsITVvjqhjeElscSutrfIZofleN0fXsPp5t5GZg9GDnc0vfDQ6tAhbgO6GRpTyUROPoDGpzlwl6qSXWWzOX5W1Vz8UTDO9F8VPDuzqZq5lsP97S64gCPrV+LNznJv3ECZPkmEKaRgKKsJCSdkeOjwqzx6UEpf4/alNNRnoyheqbXN0e/k72m1IJrO9Q702QipJ9kGDAxTLt1lLYzWvpptGFeum9VxR+5/sDlK11+2abvpD6S/XGcuZYa7CcS+gbj42hBJmxAzp2do/4d2Wxd+2oWSQJZ9w8RRArZLqXRB6EWZRGMmaC+yHzgyJbc0m8WME60gbKwXsFXJXKMb9G4MZUAfFMl1Ty+pLzlN0kyrYh3lF2NK5hWV1Ewg+pqStvIQksp30DeRjKEOOcJYH/8BbqWypfcgx5nBaQxFHMWQCMUaJ77Rzp6R69dR5cJZj3Q5Tlt7WeOFd9x9a0/HOLFOR9AsbzCXr+c/6wzJPV6qIEDL1OHk7evW1x2/Yh7m4+JIbmdXFVKroXB+shBobXaBSWZEar7D+rOq8xFKvqkKjzNmInjC724FbSHk8wefjrDC0ul6ZKKtPj+uNevr7jXFghkw667SAe/vhaZ/2p9Vr5n1hbt6B+LawrFFYMULAUIwZJEMQBCyMRru89am061R/QTq54v0A61BLGYhHzvCiKjGG85H7Rn4R0HUk4jyGVyMMoTrmfFTcn4Yts9M2mQfNAd9ejZn4YpSkPYxFEwk/CIMF8PVH7t1BnhUwAUOYMZObLKBNRtgLqn/ATxLwtYqEAjCVikosoZyGy5LUt+uXaomspXndEPnttiZ6/JfJ/2V/HFujkpX4VK3wpBRNR4gciz3wfcr7k/rYGtfLlD5nBsT4ekKqqU/zfdsKLIn05mTqlLmocdWuaKQg8gAoXNJCkDKik5WVpE2n/ivHcGkSU6mveCvY9uH8BmfUyVEUaAAA=&quot;"/>
    <we:property name="isFiltersActionButtonVisible" value="true"/>
    <we:property name="isVisualContainerHeaderHidden" value="false"/>
    <we:property name="pageDisplayName" value="&quot;Balance Sheet Evaluation&quot;"/>
    <we:property name="pageName" value="&quot;3998bfe67bece0832fd9&quot;"/>
    <we:property name="reportEmbeddedTime" value="&quot;2026-01-01T09:27:24.844Z&quot;"/>
    <we:property name="reportName" value="&quot;Power BI Projects_Innomatics&quot;"/>
    <we:property name="reportState" value="&quot;CONNECTED&quot;"/>
    <we:property name="reportUrl" value="&quot;/groups/me/reports/baad8fbb-6300-4e07-8ce5-176b8a90bc3d/3998bfe67bece0832fd9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A8648B68-51B1-49FC-A0EF-CC10AF1F6723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E5F3FF&quot;"/>
    <we:property name="bookmark" value="&quot;H4sIAAAAAAAAA+VZ3W/bNhD/Vwy99MUYxA9JZN5at8EKbF3WBB2KIQ9H8piolUVPkvOxwP/7TpSTpmkce63TGO0bRR6PvzveHX9nXyWubGcVXL6BKSZ7yYsQPk6h+ThiyTiphznlDKhUpxIYCi6yLM/61TDrylC3yd5V0kFzgt27sp1D1Suiyb+PxwlU1QGc9F8eqhbHyQybNtRQlf/iIExLXTPHxTjBi1kVGuhVHnbQYa/2jMTpmyCwXwSdCLYrz/AQbTfMSsasTBmmFjgD4VNvMhJrB4GI7F6RXnU8fhLqDsqajunnWFo4n2vHWSokGKdyFmH4suqWIuby1cWsIevI5stZ75zn7gxqiy6JJjTYDoivkkmo5tM4evXZ/GGYNxbfoo9LdVd2l6TmJZk8OgJT4ShZkDsOmkDOikvvEZo4dxrOJw2SoEv20sX4BsKEpk5CU1qovhVFOZ2E6Qzqy7sgbk+vwrHSFb8jtPMGN0WxT/f8urZhijESplh3d+G8wW40iOwKoqPQQTV6i2dYz78fKANVr+vwFLH7tWy70HxxcwOw522LXXsPrmOaacv6pFpm5KfkOBrgzsqz0MXI7HPefKDk6lOBtoXGYfPiMmbDy7K5Tks+vgN/+zG4OL4uBrT84Va6D0e1EdK2E5DOfBvOv0r3BiYdL/olwXzuBSqR5TLXBjyTYnUJuq7PQjGVqoJDlgtnMwuxDO5kDiwhc2s0FJBpIUzKIOVO6g0gf4eaugTo00zagh4Mh1luGctl4Z/Ep0tvjg7ef03yfpyVn2dtDDLDhZfGSCeLArRXbID1cJBlxguWM20YMGYo3njxJA5ZV/qXeBGJtFjMlM+KzBTciwJ3KsKk46lRpsiFTp0R3kLGn9ihWw0y76TnQuQ6ZbljgvtUrSVTPyGTeRresHv0ykJ76qtwvhLTfoM4mpDUaJ/EfiSGZat5SzmBbgjxySk03ddyrccP0NXca0jey0clSIV3FoTOufMq54UCwVmv6kEHd3jRmXDxZZHSKDUDYx0Kr7g03shdL1Jro6mtSovNZ7YmU6T+vB846CDaMhvOKnFYDy4uYzT1KvmtJPMH3e+gmvdqn72kHS6c18/6GIjXsSIO4o7HpcmQykIVecYcOI4yz6R+oFNfPriFVpnkzAoQyoiUWv1MPs6Du5VatkTNtPMMuCicgiI3YDSF6E7xGO+hYNR5oNBK00CrTQA+ilsn+9ukMIYZB8IWzDGnuFZCpuna6vBkN/IjF4b1vXm8MOu50poZRonStza+MG5tWchz6SFLnaWtMhcqdeqRysK3U4lPWZdxjfR6SZ8WhE6oggj2TpUFpDvIBNrcGma1oHYztzvh1m1WCFREHjgDa5SDDCzmbH0nLbXOrQVeCCdQ5RKdu1Uwj8LsDX0NGmLWXP8ITlxvvwnTqGr5a307N//Mkey9SwMPrxdo/Of14CFN/U3c9xCPk8H+eLVLWX9b9j4G+WkTccVDrMhlm2f98BEhrWIB4xskJVYkRqf8sVV+fIPBP9gZ9QfTfSV7WYyGwWh+y1PrvUoa/jrFHlD0T+3Kbgno9R1H/Y/CuYELI/T4o+7KzTfBtSzrP0lD/mDvu3kv9wKaHWvkvgjdp+riYrLcR0LCvGtnVEUPoMZ7yAjdPNQO3RpC0v+heENFFov/ADgKesbiHAAA&quot;"/>
    <we:property name="creatorSessionId" value="&quot;e018e77a-bd1e-49c6-9993-6db82ea7f711&quot;"/>
    <we:property name="creatorTenantId" value="&quot;b6661f50-aa0b-405d-b5b6-fc09fc892c58&quot;"/>
    <we:property name="creatorUserId" value="&quot;1003200573A1376B&quot;"/>
    <we:property name="datasetId" value="&quot;28ded262-cdda-4432-a783-b5fa354dacd5&quot;"/>
    <we:property name="embedUrl" value="&quot;/reportEmbed?reportId=baad8fbb-6300-4e07-8ce5-176b8a90bc3d&amp;config=eyJjbHVzdGVyVXJsIjoiaHR0cHM6Ly9XQUJJLVdFU1QtVVMzLUE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VZ227bOBD9FUMvfTEW4kUSlbfEbbBFt2k2CbooFsFiSA4TtbLoleRcNsi/74hS0jSNY7fNxWjfKHI4PDOcGZ6xLyJbNLMSzndgitFGtOX9pynUn0YsGkfVMPfu3Zu3m3tv/tnZfPuKpv2sLXzVRBsXUQv1Ebbvi2YOZaeBJv8+HEdQlrtw1H05KBscRzOsG19BWfyHvTAttfUcL8cRns1KX0Oncr+FFju1JyRO33Q2+03QiWDa4gT30bT9rGTMyJhhbIAzEC52OiGxphcIyO4U6VSH4ye+aqGo6JhujsWZdWluOYuFBG1VygIMV5TtIKLPX53NarKObD6fdV7ZtCdQGbRRMKHGpkd8EU18OZ+G0asv5vf9vDa4hy4sVW3RnpOal2Ty6AB0iaPoktyxW3tyVlj6gFCHuWN/OqmRBG20EV+OryFMaOrI14WB8kdRFNOJn86gOr8N4ub0IhwLXfEWoZnXuCqKbbrn15XxUwyRMMWqvQ1nB9tRL7IuiA58C+VoD0+wmj8dKA1lp2v/GLH9vWhaX391cz2wzabBtrkD1yHNNEV1VA4Z+Tk5Dnq4s+LEtyEyu5zXHym5ulSgbb62WG+dh2x4WdRXacnHt+A/iV2Xh1f1gWQ+3qgAfQY0AeVD5ySduedPv0v3Cpl2eNktCeZSJ1CJJJVprsExKRZXpaFWK6GYilXGIUmFNYmBUBnXMi0GyNzoHDJIciF0zCDmVuYrQH6CMjsAdHEiTUZviMUkNYylMnPP4tPBm6PdD9+Tz59mxZeJHIJMc+Gk1tLKLIPcKdbDuj/IEu0ES1muGTCmKd549iwOWfYaDHgRNSiDiXJJluiMO5HhWkWYtDzWSmepyGOrhTOQ8Gd26IMGmbPScSHSPGapZYK7WC3lV78guXkeKrF+jMtAc+xKf7oQ03aNOJqQ1GibxH4m0mXKeUM5gbYP8ckx1O0T0q9vDNDF3KtP3vNHJUiZswZEnnLrVMozBYKzTtW9Dm7xrNX+7OsilaPMGWhjUTjFpXZarnuRWhpNTVkYrL+wNZoitezdwEILwZZZf1aB/bq3YRmDqRfRHwWZ3+t+D+W8U/viJe2w/rR60cVAuI4FcRB2PC5NhlhmKksTZsFylGki83ua9+HBzXKVSM6MAKG0iKn7T+TjPLgPUssG1Cy3jgEXmVWQpRp0TiG6VjzGOcgYdR4ocpXTIFerAHwUt062H5LCaKYtCJMxy6ziuRIyjpdWh2e7kZ+5MCzvzcOFGcdVnjPNKFG61sZl2i4tC2kqHSSxNbRVpkLFVj1SWfhxKvE56xKeI71e0sUZoRMqI4K9VmUB6Q4SgSY1mplcULuZmrVw60NWCFREHjgDo5WFBAymbHknLfM8NQZ4JqxAlUq09kbBPPCzHfrqNYSsufpdnLjedu2nQdXwy30z1//Okey9TQP3rxZo/OfV4D5N3U3c9RCPo97+cLWDrLspexeD/LyJuOI+luSy1bO+/wiQFrGA8TWSAksSo1PePSg/vsbg7u2MuoPpvqKNJERDbzS/4anlXiUNfx1jByj4p7JFOwB6fctR31A4V3BhgB5+5124+Tq4hrL+izTk9/a+q/dyW1CvWSP3Veg+VxcXkuUuEuLnbTOjKroLFd5BRujmobJolxCS7j/GKJxBN1MMIb6C/ADuf5CYu4YeHQAA&quot;"/>
    <we:property name="isFiltersActionButtonVisible" value="true"/>
    <we:property name="isVisualContainerHeaderHidden" value="false"/>
    <we:property name="pageDisplayName" value="&quot;Comparative &amp; KPI Analysis &quot;"/>
    <we:property name="pageName" value="&quot;411c401e0ca21a3f0fb5&quot;"/>
    <we:property name="reportEmbeddedTime" value="&quot;2026-01-01T09:28:02.596Z&quot;"/>
    <we:property name="reportName" value="&quot;Power BI Projects_Innomatics&quot;"/>
    <we:property name="reportState" value="&quot;CONNECTED&quot;"/>
    <we:property name="reportUrl" value="&quot;/groups/me/reports/baad8fbb-6300-4e07-8ce5-176b8a90bc3d/411c401e0ca21a3f0fb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2189</TotalTime>
  <Words>1479</Words>
  <Application>Microsoft Office PowerPoint</Application>
  <PresentationFormat>Widescreen</PresentationFormat>
  <Paragraphs>184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MT</vt:lpstr>
      <vt:lpstr>Calibri</vt:lpstr>
      <vt:lpstr>Calibri Light</vt:lpstr>
      <vt:lpstr>Tahoma</vt:lpstr>
      <vt:lpstr>Times New Roman</vt:lpstr>
      <vt:lpstr>Wingdings</vt:lpstr>
      <vt:lpstr>Office Theme</vt:lpstr>
      <vt:lpstr>1_Office Theme</vt:lpstr>
      <vt:lpstr>Financial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Bhargavi Elluri</cp:lastModifiedBy>
  <cp:revision>3</cp:revision>
  <dcterms:created xsi:type="dcterms:W3CDTF">2018-06-07T21:39:02Z</dcterms:created>
  <dcterms:modified xsi:type="dcterms:W3CDTF">2026-01-03T03:57:57Z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